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700000" cy="15240000"/>
  <p:notesSz cx="12700000" cy="15240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0" d="100"/>
          <a:sy n="40" d="100"/>
        </p:scale>
        <p:origin x="2227" y="-1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racedo Lorenzo, Zulema" userId="e6397957-8632-491d-b7b4-e8961ef30331" providerId="ADAL" clId="{BF356372-7B1D-4648-940D-FBA6E1E90F41}"/>
    <pc:docChg chg="custSel modSld">
      <pc:chgData name="Carracedo Lorenzo, Zulema" userId="e6397957-8632-491d-b7b4-e8961ef30331" providerId="ADAL" clId="{BF356372-7B1D-4648-940D-FBA6E1E90F41}" dt="2024-07-04T17:30:10.653" v="0" actId="478"/>
      <pc:docMkLst>
        <pc:docMk/>
      </pc:docMkLst>
      <pc:sldChg chg="delSp mod">
        <pc:chgData name="Carracedo Lorenzo, Zulema" userId="e6397957-8632-491d-b7b4-e8961ef30331" providerId="ADAL" clId="{BF356372-7B1D-4648-940D-FBA6E1E90F41}" dt="2024-07-04T17:30:10.653" v="0" actId="478"/>
        <pc:sldMkLst>
          <pc:docMk/>
          <pc:sldMk cId="0" sldId="256"/>
        </pc:sldMkLst>
        <pc:spChg chg="del">
          <ac:chgData name="Carracedo Lorenzo, Zulema" userId="e6397957-8632-491d-b7b4-e8961ef30331" providerId="ADAL" clId="{BF356372-7B1D-4648-940D-FBA6E1E90F41}" dt="2024-07-04T17:30:10.653" v="0" actId="478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2500" y="4724400"/>
            <a:ext cx="10795000" cy="320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05000" y="8534400"/>
            <a:ext cx="8890000" cy="381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35000" y="3505200"/>
            <a:ext cx="5524500" cy="1005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40500" y="3505200"/>
            <a:ext cx="5524500" cy="1005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06156" y="2444470"/>
            <a:ext cx="7429494" cy="1216054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118492" y="876302"/>
            <a:ext cx="2091055" cy="0"/>
          </a:xfrm>
          <a:custGeom>
            <a:avLst/>
            <a:gdLst/>
            <a:ahLst/>
            <a:cxnLst/>
            <a:rect l="l" t="t" r="r" b="b"/>
            <a:pathLst>
              <a:path w="2091054">
                <a:moveTo>
                  <a:pt x="2090547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118493" y="876302"/>
            <a:ext cx="0" cy="904240"/>
          </a:xfrm>
          <a:custGeom>
            <a:avLst/>
            <a:gdLst/>
            <a:ahLst/>
            <a:cxnLst/>
            <a:rect l="l" t="t" r="r" b="b"/>
            <a:pathLst>
              <a:path h="904239">
                <a:moveTo>
                  <a:pt x="0" y="0"/>
                </a:moveTo>
                <a:lnTo>
                  <a:pt x="0" y="904113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53927" y="1780415"/>
            <a:ext cx="464820" cy="0"/>
          </a:xfrm>
          <a:custGeom>
            <a:avLst/>
            <a:gdLst/>
            <a:ahLst/>
            <a:cxnLst/>
            <a:rect l="l" t="t" r="r" b="b"/>
            <a:pathLst>
              <a:path w="464819">
                <a:moveTo>
                  <a:pt x="464565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653927" y="1780415"/>
            <a:ext cx="0" cy="287020"/>
          </a:xfrm>
          <a:custGeom>
            <a:avLst/>
            <a:gdLst/>
            <a:ahLst/>
            <a:cxnLst/>
            <a:rect l="l" t="t" r="r" b="b"/>
            <a:pathLst>
              <a:path h="287019">
                <a:moveTo>
                  <a:pt x="0" y="0"/>
                </a:moveTo>
                <a:lnTo>
                  <a:pt x="0" y="28651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118493" y="1780415"/>
            <a:ext cx="464820" cy="0"/>
          </a:xfrm>
          <a:custGeom>
            <a:avLst/>
            <a:gdLst/>
            <a:ahLst/>
            <a:cxnLst/>
            <a:rect l="l" t="t" r="r" b="b"/>
            <a:pathLst>
              <a:path w="464819">
                <a:moveTo>
                  <a:pt x="0" y="0"/>
                </a:moveTo>
                <a:lnTo>
                  <a:pt x="46456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583060" y="1780415"/>
            <a:ext cx="0" cy="74930"/>
          </a:xfrm>
          <a:custGeom>
            <a:avLst/>
            <a:gdLst/>
            <a:ahLst/>
            <a:cxnLst/>
            <a:rect l="l" t="t" r="r" b="b"/>
            <a:pathLst>
              <a:path h="74930">
                <a:moveTo>
                  <a:pt x="0" y="0"/>
                </a:moveTo>
                <a:lnTo>
                  <a:pt x="0" y="7442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149482" y="1854834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5">
                <a:moveTo>
                  <a:pt x="433577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2149481" y="1854834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209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2583060" y="1854834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5">
                <a:moveTo>
                  <a:pt x="0" y="0"/>
                </a:moveTo>
                <a:lnTo>
                  <a:pt x="433578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016641" y="1854834"/>
            <a:ext cx="0" cy="95885"/>
          </a:xfrm>
          <a:custGeom>
            <a:avLst/>
            <a:gdLst/>
            <a:ahLst/>
            <a:cxnLst/>
            <a:rect l="l" t="t" r="r" b="b"/>
            <a:pathLst>
              <a:path h="95885">
                <a:moveTo>
                  <a:pt x="0" y="0"/>
                </a:moveTo>
                <a:lnTo>
                  <a:pt x="0" y="95631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2645039" y="1950463"/>
            <a:ext cx="372110" cy="0"/>
          </a:xfrm>
          <a:custGeom>
            <a:avLst/>
            <a:gdLst/>
            <a:ahLst/>
            <a:cxnLst/>
            <a:rect l="l" t="t" r="r" b="b"/>
            <a:pathLst>
              <a:path w="372110">
                <a:moveTo>
                  <a:pt x="371601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2645035" y="1950463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0"/>
                </a:moveTo>
                <a:lnTo>
                  <a:pt x="0" y="116459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3016641" y="1950463"/>
            <a:ext cx="372110" cy="0"/>
          </a:xfrm>
          <a:custGeom>
            <a:avLst/>
            <a:gdLst/>
            <a:ahLst/>
            <a:cxnLst/>
            <a:rect l="l" t="t" r="r" b="b"/>
            <a:pathLst>
              <a:path w="372110">
                <a:moveTo>
                  <a:pt x="0" y="0"/>
                </a:moveTo>
                <a:lnTo>
                  <a:pt x="37172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3388370" y="1950463"/>
            <a:ext cx="0" cy="33020"/>
          </a:xfrm>
          <a:custGeom>
            <a:avLst/>
            <a:gdLst/>
            <a:ahLst/>
            <a:cxnLst/>
            <a:rect l="l" t="t" r="r" b="b"/>
            <a:pathLst>
              <a:path h="33019">
                <a:moveTo>
                  <a:pt x="0" y="0"/>
                </a:moveTo>
                <a:lnTo>
                  <a:pt x="0" y="32638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3140593" y="1983106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5">
                <a:moveTo>
                  <a:pt x="24777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3140589" y="1983106"/>
            <a:ext cx="0" cy="83820"/>
          </a:xfrm>
          <a:custGeom>
            <a:avLst/>
            <a:gdLst/>
            <a:ahLst/>
            <a:cxnLst/>
            <a:rect l="l" t="t" r="r" b="b"/>
            <a:pathLst>
              <a:path h="83819">
                <a:moveTo>
                  <a:pt x="0" y="0"/>
                </a:moveTo>
                <a:lnTo>
                  <a:pt x="0" y="8382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3388370" y="1983106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5">
                <a:moveTo>
                  <a:pt x="0" y="0"/>
                </a:moveTo>
                <a:lnTo>
                  <a:pt x="24777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3636143" y="1983106"/>
            <a:ext cx="0" cy="83820"/>
          </a:xfrm>
          <a:custGeom>
            <a:avLst/>
            <a:gdLst/>
            <a:ahLst/>
            <a:cxnLst/>
            <a:rect l="l" t="t" r="r" b="b"/>
            <a:pathLst>
              <a:path h="83819">
                <a:moveTo>
                  <a:pt x="0" y="0"/>
                </a:moveTo>
                <a:lnTo>
                  <a:pt x="0" y="8382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4209039" y="876302"/>
            <a:ext cx="2091055" cy="0"/>
          </a:xfrm>
          <a:custGeom>
            <a:avLst/>
            <a:gdLst/>
            <a:ahLst/>
            <a:cxnLst/>
            <a:rect l="l" t="t" r="r" b="b"/>
            <a:pathLst>
              <a:path w="2091054">
                <a:moveTo>
                  <a:pt x="0" y="0"/>
                </a:moveTo>
                <a:lnTo>
                  <a:pt x="2090674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6299714" y="876302"/>
            <a:ext cx="0" cy="561340"/>
          </a:xfrm>
          <a:custGeom>
            <a:avLst/>
            <a:gdLst/>
            <a:ahLst/>
            <a:cxnLst/>
            <a:rect l="l" t="t" r="r" b="b"/>
            <a:pathLst>
              <a:path h="561340">
                <a:moveTo>
                  <a:pt x="0" y="0"/>
                </a:moveTo>
                <a:lnTo>
                  <a:pt x="0" y="561086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5184654" y="1437384"/>
            <a:ext cx="1115060" cy="0"/>
          </a:xfrm>
          <a:custGeom>
            <a:avLst/>
            <a:gdLst/>
            <a:ahLst/>
            <a:cxnLst/>
            <a:rect l="l" t="t" r="r" b="b"/>
            <a:pathLst>
              <a:path w="1115060">
                <a:moveTo>
                  <a:pt x="111506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5184656" y="1437384"/>
            <a:ext cx="0" cy="366395"/>
          </a:xfrm>
          <a:custGeom>
            <a:avLst/>
            <a:gdLst/>
            <a:ahLst/>
            <a:cxnLst/>
            <a:rect l="l" t="t" r="r" b="b"/>
            <a:pathLst>
              <a:path h="366394">
                <a:moveTo>
                  <a:pt x="0" y="0"/>
                </a:moveTo>
                <a:lnTo>
                  <a:pt x="0" y="366141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4503301" y="1803527"/>
            <a:ext cx="681355" cy="0"/>
          </a:xfrm>
          <a:custGeom>
            <a:avLst/>
            <a:gdLst/>
            <a:ahLst/>
            <a:cxnLst/>
            <a:rect l="l" t="t" r="r" b="b"/>
            <a:pathLst>
              <a:path w="681354">
                <a:moveTo>
                  <a:pt x="681354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4503303" y="1803527"/>
            <a:ext cx="0" cy="130810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29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4131701" y="1933955"/>
            <a:ext cx="372110" cy="0"/>
          </a:xfrm>
          <a:custGeom>
            <a:avLst/>
            <a:gdLst/>
            <a:ahLst/>
            <a:cxnLst/>
            <a:rect l="l" t="t" r="r" b="b"/>
            <a:pathLst>
              <a:path w="372110">
                <a:moveTo>
                  <a:pt x="371601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4131698" y="1933955"/>
            <a:ext cx="0" cy="133350"/>
          </a:xfrm>
          <a:custGeom>
            <a:avLst/>
            <a:gdLst/>
            <a:ahLst/>
            <a:cxnLst/>
            <a:rect l="l" t="t" r="r" b="b"/>
            <a:pathLst>
              <a:path h="133350">
                <a:moveTo>
                  <a:pt x="0" y="0"/>
                </a:moveTo>
                <a:lnTo>
                  <a:pt x="0" y="132969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4503303" y="1933955"/>
            <a:ext cx="372110" cy="0"/>
          </a:xfrm>
          <a:custGeom>
            <a:avLst/>
            <a:gdLst/>
            <a:ahLst/>
            <a:cxnLst/>
            <a:rect l="l" t="t" r="r" b="b"/>
            <a:pathLst>
              <a:path w="372110">
                <a:moveTo>
                  <a:pt x="0" y="0"/>
                </a:moveTo>
                <a:lnTo>
                  <a:pt x="37172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4875027" y="1933955"/>
            <a:ext cx="0" cy="42545"/>
          </a:xfrm>
          <a:custGeom>
            <a:avLst/>
            <a:gdLst/>
            <a:ahLst/>
            <a:cxnLst/>
            <a:rect l="l" t="t" r="r" b="b"/>
            <a:pathLst>
              <a:path h="42544">
                <a:moveTo>
                  <a:pt x="0" y="0"/>
                </a:moveTo>
                <a:lnTo>
                  <a:pt x="0" y="42418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4627250" y="1976372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5">
                <a:moveTo>
                  <a:pt x="24777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4627252" y="1976372"/>
            <a:ext cx="0" cy="90805"/>
          </a:xfrm>
          <a:custGeom>
            <a:avLst/>
            <a:gdLst/>
            <a:ahLst/>
            <a:cxnLst/>
            <a:rect l="l" t="t" r="r" b="b"/>
            <a:pathLst>
              <a:path h="90805">
                <a:moveTo>
                  <a:pt x="0" y="0"/>
                </a:moveTo>
                <a:lnTo>
                  <a:pt x="0" y="90551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4875027" y="1976372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5">
                <a:moveTo>
                  <a:pt x="0" y="0"/>
                </a:moveTo>
                <a:lnTo>
                  <a:pt x="24777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5122806" y="1976372"/>
            <a:ext cx="0" cy="90805"/>
          </a:xfrm>
          <a:custGeom>
            <a:avLst/>
            <a:gdLst/>
            <a:ahLst/>
            <a:cxnLst/>
            <a:rect l="l" t="t" r="r" b="b"/>
            <a:pathLst>
              <a:path h="90805">
                <a:moveTo>
                  <a:pt x="0" y="0"/>
                </a:moveTo>
                <a:lnTo>
                  <a:pt x="0" y="90551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5184656" y="1803527"/>
            <a:ext cx="681990" cy="0"/>
          </a:xfrm>
          <a:custGeom>
            <a:avLst/>
            <a:gdLst/>
            <a:ahLst/>
            <a:cxnLst/>
            <a:rect l="l" t="t" r="r" b="b"/>
            <a:pathLst>
              <a:path w="681989">
                <a:moveTo>
                  <a:pt x="0" y="0"/>
                </a:moveTo>
                <a:lnTo>
                  <a:pt x="681482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5866134" y="1803527"/>
            <a:ext cx="0" cy="125730"/>
          </a:xfrm>
          <a:custGeom>
            <a:avLst/>
            <a:gdLst/>
            <a:ahLst/>
            <a:cxnLst/>
            <a:rect l="l" t="t" r="r" b="b"/>
            <a:pathLst>
              <a:path h="125730">
                <a:moveTo>
                  <a:pt x="0" y="0"/>
                </a:moveTo>
                <a:lnTo>
                  <a:pt x="0" y="125476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5618358" y="1929001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5">
                <a:moveTo>
                  <a:pt x="24777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5618360" y="1929001"/>
            <a:ext cx="0" cy="138430"/>
          </a:xfrm>
          <a:custGeom>
            <a:avLst/>
            <a:gdLst/>
            <a:ahLst/>
            <a:cxnLst/>
            <a:rect l="l" t="t" r="r" b="b"/>
            <a:pathLst>
              <a:path h="138430">
                <a:moveTo>
                  <a:pt x="0" y="0"/>
                </a:moveTo>
                <a:lnTo>
                  <a:pt x="0" y="13792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5866134" y="1929001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5">
                <a:moveTo>
                  <a:pt x="0" y="0"/>
                </a:moveTo>
                <a:lnTo>
                  <a:pt x="24777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6113914" y="1929001"/>
            <a:ext cx="0" cy="138430"/>
          </a:xfrm>
          <a:custGeom>
            <a:avLst/>
            <a:gdLst/>
            <a:ahLst/>
            <a:cxnLst/>
            <a:rect l="l" t="t" r="r" b="b"/>
            <a:pathLst>
              <a:path h="138430">
                <a:moveTo>
                  <a:pt x="0" y="0"/>
                </a:moveTo>
                <a:lnTo>
                  <a:pt x="0" y="13792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6299714" y="1437384"/>
            <a:ext cx="1115060" cy="0"/>
          </a:xfrm>
          <a:custGeom>
            <a:avLst/>
            <a:gdLst/>
            <a:ahLst/>
            <a:cxnLst/>
            <a:rect l="l" t="t" r="r" b="b"/>
            <a:pathLst>
              <a:path w="1115059">
                <a:moveTo>
                  <a:pt x="0" y="0"/>
                </a:moveTo>
                <a:lnTo>
                  <a:pt x="1114933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7414642" y="1437384"/>
            <a:ext cx="0" cy="259715"/>
          </a:xfrm>
          <a:custGeom>
            <a:avLst/>
            <a:gdLst/>
            <a:ahLst/>
            <a:cxnLst/>
            <a:rect l="l" t="t" r="r" b="b"/>
            <a:pathLst>
              <a:path h="259714">
                <a:moveTo>
                  <a:pt x="0" y="0"/>
                </a:moveTo>
                <a:lnTo>
                  <a:pt x="0" y="259461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6857239" y="1696848"/>
            <a:ext cx="557530" cy="0"/>
          </a:xfrm>
          <a:custGeom>
            <a:avLst/>
            <a:gdLst/>
            <a:ahLst/>
            <a:cxnLst/>
            <a:rect l="l" t="t" r="r" b="b"/>
            <a:pathLst>
              <a:path w="557529">
                <a:moveTo>
                  <a:pt x="557402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6857243" y="1696848"/>
            <a:ext cx="0" cy="198120"/>
          </a:xfrm>
          <a:custGeom>
            <a:avLst/>
            <a:gdLst/>
            <a:ahLst/>
            <a:cxnLst/>
            <a:rect l="l" t="t" r="r" b="b"/>
            <a:pathLst>
              <a:path h="198119">
                <a:moveTo>
                  <a:pt x="0" y="0"/>
                </a:moveTo>
                <a:lnTo>
                  <a:pt x="0" y="19761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6609465" y="1894461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4">
                <a:moveTo>
                  <a:pt x="24777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6609469" y="1894461"/>
            <a:ext cx="0" cy="172720"/>
          </a:xfrm>
          <a:custGeom>
            <a:avLst/>
            <a:gdLst/>
            <a:ahLst/>
            <a:cxnLst/>
            <a:rect l="l" t="t" r="r" b="b"/>
            <a:pathLst>
              <a:path h="172719">
                <a:moveTo>
                  <a:pt x="0" y="0"/>
                </a:moveTo>
                <a:lnTo>
                  <a:pt x="0" y="172466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6857243" y="1894461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4">
                <a:moveTo>
                  <a:pt x="0" y="0"/>
                </a:moveTo>
                <a:lnTo>
                  <a:pt x="24777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7105017" y="1894461"/>
            <a:ext cx="0" cy="172720"/>
          </a:xfrm>
          <a:custGeom>
            <a:avLst/>
            <a:gdLst/>
            <a:ahLst/>
            <a:cxnLst/>
            <a:rect l="l" t="t" r="r" b="b"/>
            <a:pathLst>
              <a:path h="172719">
                <a:moveTo>
                  <a:pt x="0" y="0"/>
                </a:moveTo>
                <a:lnTo>
                  <a:pt x="0" y="172466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7414642" y="1696848"/>
            <a:ext cx="557530" cy="0"/>
          </a:xfrm>
          <a:custGeom>
            <a:avLst/>
            <a:gdLst/>
            <a:ahLst/>
            <a:cxnLst/>
            <a:rect l="l" t="t" r="r" b="b"/>
            <a:pathLst>
              <a:path w="557529">
                <a:moveTo>
                  <a:pt x="0" y="0"/>
                </a:moveTo>
                <a:lnTo>
                  <a:pt x="55753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7972177" y="1696848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4">
                <a:moveTo>
                  <a:pt x="0" y="0"/>
                </a:moveTo>
                <a:lnTo>
                  <a:pt x="0" y="125095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7600575" y="1821944"/>
            <a:ext cx="372110" cy="0"/>
          </a:xfrm>
          <a:custGeom>
            <a:avLst/>
            <a:gdLst/>
            <a:ahLst/>
            <a:cxnLst/>
            <a:rect l="l" t="t" r="r" b="b"/>
            <a:pathLst>
              <a:path w="372109">
                <a:moveTo>
                  <a:pt x="371601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7600577" y="1821944"/>
            <a:ext cx="0" cy="245110"/>
          </a:xfrm>
          <a:custGeom>
            <a:avLst/>
            <a:gdLst/>
            <a:ahLst/>
            <a:cxnLst/>
            <a:rect l="l" t="t" r="r" b="b"/>
            <a:pathLst>
              <a:path h="245110">
                <a:moveTo>
                  <a:pt x="0" y="0"/>
                </a:moveTo>
                <a:lnTo>
                  <a:pt x="0" y="244983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7972177" y="1821944"/>
            <a:ext cx="372110" cy="0"/>
          </a:xfrm>
          <a:custGeom>
            <a:avLst/>
            <a:gdLst/>
            <a:ahLst/>
            <a:cxnLst/>
            <a:rect l="l" t="t" r="r" b="b"/>
            <a:pathLst>
              <a:path w="372109">
                <a:moveTo>
                  <a:pt x="0" y="0"/>
                </a:moveTo>
                <a:lnTo>
                  <a:pt x="371602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8343775" y="1821944"/>
            <a:ext cx="0" cy="83820"/>
          </a:xfrm>
          <a:custGeom>
            <a:avLst/>
            <a:gdLst/>
            <a:ahLst/>
            <a:cxnLst/>
            <a:rect l="l" t="t" r="r" b="b"/>
            <a:pathLst>
              <a:path h="83819">
                <a:moveTo>
                  <a:pt x="0" y="0"/>
                </a:moveTo>
                <a:lnTo>
                  <a:pt x="0" y="83439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8095998" y="1905380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4">
                <a:moveTo>
                  <a:pt x="24777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8096002" y="1905380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0"/>
                </a:moveTo>
                <a:lnTo>
                  <a:pt x="0" y="16154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8343775" y="1905380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4">
                <a:moveTo>
                  <a:pt x="0" y="0"/>
                </a:moveTo>
                <a:lnTo>
                  <a:pt x="24778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8591562" y="1905380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0"/>
                </a:moveTo>
                <a:lnTo>
                  <a:pt x="0" y="16154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266700" y="10675592"/>
            <a:ext cx="0" cy="3260725"/>
          </a:xfrm>
          <a:custGeom>
            <a:avLst/>
            <a:gdLst/>
            <a:ahLst/>
            <a:cxnLst/>
            <a:rect l="l" t="t" r="r" b="b"/>
            <a:pathLst>
              <a:path h="3260725">
                <a:moveTo>
                  <a:pt x="0" y="0"/>
                </a:moveTo>
                <a:lnTo>
                  <a:pt x="0" y="3260598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266700" y="13936194"/>
            <a:ext cx="893444" cy="0"/>
          </a:xfrm>
          <a:custGeom>
            <a:avLst/>
            <a:gdLst/>
            <a:ahLst/>
            <a:cxnLst/>
            <a:rect l="l" t="t" r="r" b="b"/>
            <a:pathLst>
              <a:path w="893444">
                <a:moveTo>
                  <a:pt x="0" y="0"/>
                </a:moveTo>
                <a:lnTo>
                  <a:pt x="89293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159638" y="13936194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4">
                <a:moveTo>
                  <a:pt x="0" y="0"/>
                </a:moveTo>
                <a:lnTo>
                  <a:pt x="0" y="425577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59638" y="14361767"/>
            <a:ext cx="196850" cy="0"/>
          </a:xfrm>
          <a:custGeom>
            <a:avLst/>
            <a:gdLst/>
            <a:ahLst/>
            <a:cxnLst/>
            <a:rect l="l" t="t" r="r" b="b"/>
            <a:pathLst>
              <a:path w="196850">
                <a:moveTo>
                  <a:pt x="0" y="0"/>
                </a:moveTo>
                <a:lnTo>
                  <a:pt x="19659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59638" y="13510616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4">
                <a:moveTo>
                  <a:pt x="0" y="425577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59638" y="13510619"/>
            <a:ext cx="73660" cy="0"/>
          </a:xfrm>
          <a:custGeom>
            <a:avLst/>
            <a:gdLst/>
            <a:ahLst/>
            <a:cxnLst/>
            <a:rect l="l" t="t" r="r" b="b"/>
            <a:pathLst>
              <a:path w="73659">
                <a:moveTo>
                  <a:pt x="0" y="0"/>
                </a:moveTo>
                <a:lnTo>
                  <a:pt x="7366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233295" y="13510619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743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233295" y="13875359"/>
            <a:ext cx="123189" cy="0"/>
          </a:xfrm>
          <a:custGeom>
            <a:avLst/>
            <a:gdLst/>
            <a:ahLst/>
            <a:cxnLst/>
            <a:rect l="l" t="t" r="r" b="b"/>
            <a:pathLst>
              <a:path w="123190">
                <a:moveTo>
                  <a:pt x="0" y="0"/>
                </a:moveTo>
                <a:lnTo>
                  <a:pt x="12293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233295" y="13145748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36487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233295" y="13145742"/>
            <a:ext cx="37465" cy="0"/>
          </a:xfrm>
          <a:custGeom>
            <a:avLst/>
            <a:gdLst/>
            <a:ahLst/>
            <a:cxnLst/>
            <a:rect l="l" t="t" r="r" b="b"/>
            <a:pathLst>
              <a:path w="37465">
                <a:moveTo>
                  <a:pt x="0" y="0"/>
                </a:moveTo>
                <a:lnTo>
                  <a:pt x="37465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270763" y="13145742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5">
                <a:moveTo>
                  <a:pt x="0" y="0"/>
                </a:moveTo>
                <a:lnTo>
                  <a:pt x="0" y="24320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270763" y="13388952"/>
            <a:ext cx="85725" cy="0"/>
          </a:xfrm>
          <a:custGeom>
            <a:avLst/>
            <a:gdLst/>
            <a:ahLst/>
            <a:cxnLst/>
            <a:rect l="l" t="t" r="r" b="b"/>
            <a:pathLst>
              <a:path w="85725">
                <a:moveTo>
                  <a:pt x="0" y="0"/>
                </a:moveTo>
                <a:lnTo>
                  <a:pt x="85471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270763" y="12902537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5">
                <a:moveTo>
                  <a:pt x="0" y="243204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270763" y="12902531"/>
            <a:ext cx="85725" cy="0"/>
          </a:xfrm>
          <a:custGeom>
            <a:avLst/>
            <a:gdLst/>
            <a:ahLst/>
            <a:cxnLst/>
            <a:rect l="l" t="t" r="r" b="b"/>
            <a:pathLst>
              <a:path w="85725">
                <a:moveTo>
                  <a:pt x="0" y="0"/>
                </a:moveTo>
                <a:lnTo>
                  <a:pt x="85471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266700" y="7415120"/>
            <a:ext cx="0" cy="3260725"/>
          </a:xfrm>
          <a:custGeom>
            <a:avLst/>
            <a:gdLst/>
            <a:ahLst/>
            <a:cxnLst/>
            <a:rect l="l" t="t" r="r" b="b"/>
            <a:pathLst>
              <a:path h="3260725">
                <a:moveTo>
                  <a:pt x="0" y="3260471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266700" y="7415122"/>
            <a:ext cx="430530" cy="0"/>
          </a:xfrm>
          <a:custGeom>
            <a:avLst/>
            <a:gdLst/>
            <a:ahLst/>
            <a:cxnLst/>
            <a:rect l="l" t="t" r="r" b="b"/>
            <a:pathLst>
              <a:path w="430530">
                <a:moveTo>
                  <a:pt x="0" y="0"/>
                </a:moveTo>
                <a:lnTo>
                  <a:pt x="430403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697104" y="7415122"/>
            <a:ext cx="0" cy="2948940"/>
          </a:xfrm>
          <a:custGeom>
            <a:avLst/>
            <a:gdLst/>
            <a:ahLst/>
            <a:cxnLst/>
            <a:rect l="l" t="t" r="r" b="b"/>
            <a:pathLst>
              <a:path h="2948940">
                <a:moveTo>
                  <a:pt x="0" y="0"/>
                </a:moveTo>
                <a:lnTo>
                  <a:pt x="0" y="294894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697104" y="10364058"/>
            <a:ext cx="300990" cy="0"/>
          </a:xfrm>
          <a:custGeom>
            <a:avLst/>
            <a:gdLst/>
            <a:ahLst/>
            <a:cxnLst/>
            <a:rect l="l" t="t" r="r" b="b"/>
            <a:pathLst>
              <a:path w="300990">
                <a:moveTo>
                  <a:pt x="0" y="0"/>
                </a:moveTo>
                <a:lnTo>
                  <a:pt x="30060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997713" y="10364058"/>
            <a:ext cx="0" cy="1626870"/>
          </a:xfrm>
          <a:custGeom>
            <a:avLst/>
            <a:gdLst/>
            <a:ahLst/>
            <a:cxnLst/>
            <a:rect l="l" t="t" r="r" b="b"/>
            <a:pathLst>
              <a:path h="1626870">
                <a:moveTo>
                  <a:pt x="0" y="0"/>
                </a:moveTo>
                <a:lnTo>
                  <a:pt x="0" y="162637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997713" y="11990426"/>
            <a:ext cx="132715" cy="0"/>
          </a:xfrm>
          <a:custGeom>
            <a:avLst/>
            <a:gdLst/>
            <a:ahLst/>
            <a:cxnLst/>
            <a:rect l="l" t="t" r="r" b="b"/>
            <a:pathLst>
              <a:path w="132715">
                <a:moveTo>
                  <a:pt x="0" y="0"/>
                </a:moveTo>
                <a:lnTo>
                  <a:pt x="132207" y="0"/>
                </a:lnTo>
              </a:path>
            </a:pathLst>
          </a:custGeom>
          <a:ln w="25399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129921" y="11990426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4">
                <a:moveTo>
                  <a:pt x="0" y="0"/>
                </a:moveTo>
                <a:lnTo>
                  <a:pt x="0" y="425703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129921" y="12416124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4">
                <a:moveTo>
                  <a:pt x="0" y="0"/>
                </a:moveTo>
                <a:lnTo>
                  <a:pt x="226314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129921" y="11564849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4">
                <a:moveTo>
                  <a:pt x="0" y="425577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129921" y="11564852"/>
            <a:ext cx="118110" cy="0"/>
          </a:xfrm>
          <a:custGeom>
            <a:avLst/>
            <a:gdLst/>
            <a:ahLst/>
            <a:cxnLst/>
            <a:rect l="l" t="t" r="r" b="b"/>
            <a:pathLst>
              <a:path w="118109">
                <a:moveTo>
                  <a:pt x="0" y="0"/>
                </a:moveTo>
                <a:lnTo>
                  <a:pt x="11811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248028" y="11564852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858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248028" y="11929717"/>
            <a:ext cx="108585" cy="0"/>
          </a:xfrm>
          <a:custGeom>
            <a:avLst/>
            <a:gdLst/>
            <a:ahLst/>
            <a:cxnLst/>
            <a:rect l="l" t="t" r="r" b="b"/>
            <a:pathLst>
              <a:path w="108584">
                <a:moveTo>
                  <a:pt x="0" y="0"/>
                </a:moveTo>
                <a:lnTo>
                  <a:pt x="108204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1248028" y="11200096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364756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1248028" y="11200099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>
                <a:moveTo>
                  <a:pt x="0" y="0"/>
                </a:moveTo>
                <a:lnTo>
                  <a:pt x="10795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1258825" y="11200099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0"/>
                </a:moveTo>
                <a:lnTo>
                  <a:pt x="0" y="24320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1258825" y="11443309"/>
            <a:ext cx="97790" cy="0"/>
          </a:xfrm>
          <a:custGeom>
            <a:avLst/>
            <a:gdLst/>
            <a:ahLst/>
            <a:cxnLst/>
            <a:rect l="l" t="t" r="r" b="b"/>
            <a:pathLst>
              <a:path w="97790">
                <a:moveTo>
                  <a:pt x="0" y="0"/>
                </a:moveTo>
                <a:lnTo>
                  <a:pt x="9740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1258825" y="10956906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243192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1258825" y="10956902"/>
            <a:ext cx="97790" cy="0"/>
          </a:xfrm>
          <a:custGeom>
            <a:avLst/>
            <a:gdLst/>
            <a:ahLst/>
            <a:cxnLst/>
            <a:rect l="l" t="t" r="r" b="b"/>
            <a:pathLst>
              <a:path w="97790">
                <a:moveTo>
                  <a:pt x="0" y="0"/>
                </a:moveTo>
                <a:lnTo>
                  <a:pt x="9740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997713" y="8737582"/>
            <a:ext cx="0" cy="1626870"/>
          </a:xfrm>
          <a:custGeom>
            <a:avLst/>
            <a:gdLst/>
            <a:ahLst/>
            <a:cxnLst/>
            <a:rect l="l" t="t" r="r" b="b"/>
            <a:pathLst>
              <a:path h="1626870">
                <a:moveTo>
                  <a:pt x="0" y="1626476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997713" y="8737576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5692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1073403" y="8737576"/>
            <a:ext cx="0" cy="1003300"/>
          </a:xfrm>
          <a:custGeom>
            <a:avLst/>
            <a:gdLst/>
            <a:ahLst/>
            <a:cxnLst/>
            <a:rect l="l" t="t" r="r" b="b"/>
            <a:pathLst>
              <a:path h="1003300">
                <a:moveTo>
                  <a:pt x="0" y="0"/>
                </a:moveTo>
                <a:lnTo>
                  <a:pt x="0" y="100316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1073403" y="9740740"/>
            <a:ext cx="131445" cy="0"/>
          </a:xfrm>
          <a:custGeom>
            <a:avLst/>
            <a:gdLst/>
            <a:ahLst/>
            <a:cxnLst/>
            <a:rect l="l" t="t" r="r" b="b"/>
            <a:pathLst>
              <a:path w="131444">
                <a:moveTo>
                  <a:pt x="0" y="0"/>
                </a:moveTo>
                <a:lnTo>
                  <a:pt x="131318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1204720" y="9740740"/>
            <a:ext cx="0" cy="487045"/>
          </a:xfrm>
          <a:custGeom>
            <a:avLst/>
            <a:gdLst/>
            <a:ahLst/>
            <a:cxnLst/>
            <a:rect l="l" t="t" r="r" b="b"/>
            <a:pathLst>
              <a:path h="487045">
                <a:moveTo>
                  <a:pt x="0" y="0"/>
                </a:moveTo>
                <a:lnTo>
                  <a:pt x="0" y="48642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1204720" y="1022716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0" y="0"/>
                </a:moveTo>
                <a:lnTo>
                  <a:pt x="47371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1252090" y="10227161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0"/>
                </a:moveTo>
                <a:lnTo>
                  <a:pt x="0" y="24319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252090" y="10470358"/>
            <a:ext cx="104139" cy="0"/>
          </a:xfrm>
          <a:custGeom>
            <a:avLst/>
            <a:gdLst/>
            <a:ahLst/>
            <a:cxnLst/>
            <a:rect l="l" t="t" r="r" b="b"/>
            <a:pathLst>
              <a:path w="104140">
                <a:moveTo>
                  <a:pt x="0" y="0"/>
                </a:moveTo>
                <a:lnTo>
                  <a:pt x="10413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252090" y="9983956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243204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1252090" y="9983951"/>
            <a:ext cx="104139" cy="0"/>
          </a:xfrm>
          <a:custGeom>
            <a:avLst/>
            <a:gdLst/>
            <a:ahLst/>
            <a:cxnLst/>
            <a:rect l="l" t="t" r="r" b="b"/>
            <a:pathLst>
              <a:path w="104140">
                <a:moveTo>
                  <a:pt x="0" y="0"/>
                </a:moveTo>
                <a:lnTo>
                  <a:pt x="10413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1204720" y="9254331"/>
            <a:ext cx="0" cy="486409"/>
          </a:xfrm>
          <a:custGeom>
            <a:avLst/>
            <a:gdLst/>
            <a:ahLst/>
            <a:cxnLst/>
            <a:rect l="l" t="t" r="r" b="b"/>
            <a:pathLst>
              <a:path h="486409">
                <a:moveTo>
                  <a:pt x="0" y="48641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1204720" y="9254333"/>
            <a:ext cx="28575" cy="0"/>
          </a:xfrm>
          <a:custGeom>
            <a:avLst/>
            <a:gdLst/>
            <a:ahLst/>
            <a:cxnLst/>
            <a:rect l="l" t="t" r="r" b="b"/>
            <a:pathLst>
              <a:path w="28575">
                <a:moveTo>
                  <a:pt x="0" y="0"/>
                </a:moveTo>
                <a:lnTo>
                  <a:pt x="28575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1233295" y="9254333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0"/>
                </a:moveTo>
                <a:lnTo>
                  <a:pt x="0" y="243205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1233295" y="9497544"/>
            <a:ext cx="123189" cy="0"/>
          </a:xfrm>
          <a:custGeom>
            <a:avLst/>
            <a:gdLst/>
            <a:ahLst/>
            <a:cxnLst/>
            <a:rect l="l" t="t" r="r" b="b"/>
            <a:pathLst>
              <a:path w="123190">
                <a:moveTo>
                  <a:pt x="0" y="0"/>
                </a:moveTo>
                <a:lnTo>
                  <a:pt x="12293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1233295" y="9011141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243192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1233295" y="9011136"/>
            <a:ext cx="123189" cy="0"/>
          </a:xfrm>
          <a:custGeom>
            <a:avLst/>
            <a:gdLst/>
            <a:ahLst/>
            <a:cxnLst/>
            <a:rect l="l" t="t" r="r" b="b"/>
            <a:pathLst>
              <a:path w="123190">
                <a:moveTo>
                  <a:pt x="0" y="0"/>
                </a:moveTo>
                <a:lnTo>
                  <a:pt x="12293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1073403" y="7734276"/>
            <a:ext cx="0" cy="1003300"/>
          </a:xfrm>
          <a:custGeom>
            <a:avLst/>
            <a:gdLst/>
            <a:ahLst/>
            <a:cxnLst/>
            <a:rect l="l" t="t" r="r" b="b"/>
            <a:pathLst>
              <a:path h="1003300">
                <a:moveTo>
                  <a:pt x="0" y="100330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073403" y="7734276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>
                <a:moveTo>
                  <a:pt x="0" y="0"/>
                </a:moveTo>
                <a:lnTo>
                  <a:pt x="4191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115311" y="7734276"/>
            <a:ext cx="0" cy="547370"/>
          </a:xfrm>
          <a:custGeom>
            <a:avLst/>
            <a:gdLst/>
            <a:ahLst/>
            <a:cxnLst/>
            <a:rect l="l" t="t" r="r" b="b"/>
            <a:pathLst>
              <a:path h="547370">
                <a:moveTo>
                  <a:pt x="0" y="0"/>
                </a:moveTo>
                <a:lnTo>
                  <a:pt x="0" y="547243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1115311" y="8281518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>
                <a:moveTo>
                  <a:pt x="0" y="0"/>
                </a:moveTo>
                <a:lnTo>
                  <a:pt x="11010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1225425" y="8281518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0"/>
                </a:moveTo>
                <a:lnTo>
                  <a:pt x="0" y="24319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1225425" y="8524716"/>
            <a:ext cx="130810" cy="0"/>
          </a:xfrm>
          <a:custGeom>
            <a:avLst/>
            <a:gdLst/>
            <a:ahLst/>
            <a:cxnLst/>
            <a:rect l="l" t="t" r="r" b="b"/>
            <a:pathLst>
              <a:path w="130809">
                <a:moveTo>
                  <a:pt x="0" y="0"/>
                </a:moveTo>
                <a:lnTo>
                  <a:pt x="13081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225425" y="8038313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243204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225425" y="8038308"/>
            <a:ext cx="130810" cy="0"/>
          </a:xfrm>
          <a:custGeom>
            <a:avLst/>
            <a:gdLst/>
            <a:ahLst/>
            <a:cxnLst/>
            <a:rect l="l" t="t" r="r" b="b"/>
            <a:pathLst>
              <a:path w="130809">
                <a:moveTo>
                  <a:pt x="0" y="0"/>
                </a:moveTo>
                <a:lnTo>
                  <a:pt x="13081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115311" y="7187033"/>
            <a:ext cx="0" cy="547370"/>
          </a:xfrm>
          <a:custGeom>
            <a:avLst/>
            <a:gdLst/>
            <a:ahLst/>
            <a:cxnLst/>
            <a:rect l="l" t="t" r="r" b="b"/>
            <a:pathLst>
              <a:path h="547370">
                <a:moveTo>
                  <a:pt x="0" y="547243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115311" y="7187030"/>
            <a:ext cx="104139" cy="0"/>
          </a:xfrm>
          <a:custGeom>
            <a:avLst/>
            <a:gdLst/>
            <a:ahLst/>
            <a:cxnLst/>
            <a:rect l="l" t="t" r="r" b="b"/>
            <a:pathLst>
              <a:path w="104140">
                <a:moveTo>
                  <a:pt x="0" y="0"/>
                </a:moveTo>
                <a:lnTo>
                  <a:pt x="10388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219200" y="7187030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871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219200" y="7551901"/>
            <a:ext cx="137160" cy="0"/>
          </a:xfrm>
          <a:custGeom>
            <a:avLst/>
            <a:gdLst/>
            <a:ahLst/>
            <a:cxnLst/>
            <a:rect l="l" t="t" r="r" b="b"/>
            <a:pathLst>
              <a:path w="137159">
                <a:moveTo>
                  <a:pt x="0" y="0"/>
                </a:moveTo>
                <a:lnTo>
                  <a:pt x="137033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219200" y="6822286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364744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219200" y="6822283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>
                <a:moveTo>
                  <a:pt x="0" y="0"/>
                </a:moveTo>
                <a:lnTo>
                  <a:pt x="2298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242188" y="6822283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0"/>
                </a:moveTo>
                <a:lnTo>
                  <a:pt x="0" y="24320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242188" y="7065493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404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242188" y="6579078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243204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242188" y="657908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404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697104" y="4466182"/>
            <a:ext cx="0" cy="2948940"/>
          </a:xfrm>
          <a:custGeom>
            <a:avLst/>
            <a:gdLst/>
            <a:ahLst/>
            <a:cxnLst/>
            <a:rect l="l" t="t" r="r" b="b"/>
            <a:pathLst>
              <a:path h="2948940">
                <a:moveTo>
                  <a:pt x="0" y="294894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697104" y="4466179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4">
                <a:moveTo>
                  <a:pt x="0" y="0"/>
                </a:moveTo>
                <a:lnTo>
                  <a:pt x="191008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888113" y="4466179"/>
            <a:ext cx="0" cy="1170940"/>
          </a:xfrm>
          <a:custGeom>
            <a:avLst/>
            <a:gdLst/>
            <a:ahLst/>
            <a:cxnLst/>
            <a:rect l="l" t="t" r="r" b="b"/>
            <a:pathLst>
              <a:path h="1170939">
                <a:moveTo>
                  <a:pt x="0" y="0"/>
                </a:moveTo>
                <a:lnTo>
                  <a:pt x="0" y="117043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888113" y="5636613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4">
                <a:moveTo>
                  <a:pt x="0" y="0"/>
                </a:moveTo>
                <a:lnTo>
                  <a:pt x="258445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146553" y="5636613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4">
                <a:moveTo>
                  <a:pt x="0" y="0"/>
                </a:moveTo>
                <a:lnTo>
                  <a:pt x="0" y="456056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1146553" y="6092672"/>
            <a:ext cx="210185" cy="0"/>
          </a:xfrm>
          <a:custGeom>
            <a:avLst/>
            <a:gdLst/>
            <a:ahLst/>
            <a:cxnLst/>
            <a:rect l="l" t="t" r="r" b="b"/>
            <a:pathLst>
              <a:path w="210184">
                <a:moveTo>
                  <a:pt x="0" y="0"/>
                </a:moveTo>
                <a:lnTo>
                  <a:pt x="20967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1146553" y="5180556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4">
                <a:moveTo>
                  <a:pt x="0" y="456056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1146553" y="5180554"/>
            <a:ext cx="68580" cy="0"/>
          </a:xfrm>
          <a:custGeom>
            <a:avLst/>
            <a:gdLst/>
            <a:ahLst/>
            <a:cxnLst/>
            <a:rect l="l" t="t" r="r" b="b"/>
            <a:pathLst>
              <a:path w="68580">
                <a:moveTo>
                  <a:pt x="0" y="0"/>
                </a:moveTo>
                <a:lnTo>
                  <a:pt x="68072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1214629" y="5180554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5">
                <a:moveTo>
                  <a:pt x="0" y="0"/>
                </a:moveTo>
                <a:lnTo>
                  <a:pt x="0" y="42570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1214629" y="5606258"/>
            <a:ext cx="141605" cy="0"/>
          </a:xfrm>
          <a:custGeom>
            <a:avLst/>
            <a:gdLst/>
            <a:ahLst/>
            <a:cxnLst/>
            <a:rect l="l" t="t" r="r" b="b"/>
            <a:pathLst>
              <a:path w="141605">
                <a:moveTo>
                  <a:pt x="0" y="0"/>
                </a:moveTo>
                <a:lnTo>
                  <a:pt x="141605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1214629" y="4754977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5">
                <a:moveTo>
                  <a:pt x="0" y="425576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1214629" y="4754980"/>
            <a:ext cx="15240" cy="0"/>
          </a:xfrm>
          <a:custGeom>
            <a:avLst/>
            <a:gdLst/>
            <a:ahLst/>
            <a:cxnLst/>
            <a:rect l="l" t="t" r="r" b="b"/>
            <a:pathLst>
              <a:path w="15240">
                <a:moveTo>
                  <a:pt x="0" y="0"/>
                </a:moveTo>
                <a:lnTo>
                  <a:pt x="15113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1229742" y="4754980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74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1229742" y="5119726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>
                <a:moveTo>
                  <a:pt x="0" y="0"/>
                </a:moveTo>
                <a:lnTo>
                  <a:pt x="126492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1229742" y="4390109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364871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1229742" y="4390109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25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1254000" y="4390109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0"/>
                </a:moveTo>
                <a:lnTo>
                  <a:pt x="0" y="24320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1254000" y="4633313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>
                <a:moveTo>
                  <a:pt x="0" y="0"/>
                </a:moveTo>
                <a:lnTo>
                  <a:pt x="102235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1254000" y="4146904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243204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1254000" y="4146905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>
                <a:moveTo>
                  <a:pt x="0" y="0"/>
                </a:moveTo>
                <a:lnTo>
                  <a:pt x="102235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888113" y="3295747"/>
            <a:ext cx="0" cy="1170940"/>
          </a:xfrm>
          <a:custGeom>
            <a:avLst/>
            <a:gdLst/>
            <a:ahLst/>
            <a:cxnLst/>
            <a:rect l="l" t="t" r="r" b="b"/>
            <a:pathLst>
              <a:path h="1170939">
                <a:moveTo>
                  <a:pt x="0" y="1170431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888113" y="3295751"/>
            <a:ext cx="130175" cy="0"/>
          </a:xfrm>
          <a:custGeom>
            <a:avLst/>
            <a:gdLst/>
            <a:ahLst/>
            <a:cxnLst/>
            <a:rect l="l" t="t" r="r" b="b"/>
            <a:pathLst>
              <a:path w="130175">
                <a:moveTo>
                  <a:pt x="0" y="0"/>
                </a:moveTo>
                <a:lnTo>
                  <a:pt x="130048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1018157" y="3295751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74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1018157" y="3660491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5">
                <a:moveTo>
                  <a:pt x="0" y="0"/>
                </a:moveTo>
                <a:lnTo>
                  <a:pt x="338074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1018157" y="2930880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364871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1018157" y="2930880"/>
            <a:ext cx="226060" cy="0"/>
          </a:xfrm>
          <a:custGeom>
            <a:avLst/>
            <a:gdLst/>
            <a:ahLst/>
            <a:cxnLst/>
            <a:rect l="l" t="t" r="r" b="b"/>
            <a:pathLst>
              <a:path w="226059">
                <a:moveTo>
                  <a:pt x="0" y="0"/>
                </a:moveTo>
                <a:lnTo>
                  <a:pt x="22580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1243967" y="2930880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5">
                <a:moveTo>
                  <a:pt x="0" y="0"/>
                </a:moveTo>
                <a:lnTo>
                  <a:pt x="0" y="24320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1243967" y="3174084"/>
            <a:ext cx="112395" cy="0"/>
          </a:xfrm>
          <a:custGeom>
            <a:avLst/>
            <a:gdLst/>
            <a:ahLst/>
            <a:cxnLst/>
            <a:rect l="l" t="t" r="r" b="b"/>
            <a:pathLst>
              <a:path w="112394">
                <a:moveTo>
                  <a:pt x="0" y="0"/>
                </a:moveTo>
                <a:lnTo>
                  <a:pt x="112268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1243967" y="2687675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5">
                <a:moveTo>
                  <a:pt x="0" y="243204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1243967" y="2687676"/>
            <a:ext cx="112395" cy="0"/>
          </a:xfrm>
          <a:custGeom>
            <a:avLst/>
            <a:gdLst/>
            <a:ahLst/>
            <a:cxnLst/>
            <a:rect l="l" t="t" r="r" b="b"/>
            <a:pathLst>
              <a:path w="112394">
                <a:moveTo>
                  <a:pt x="0" y="0"/>
                </a:moveTo>
                <a:lnTo>
                  <a:pt x="112268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11834736" y="1132205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54000" h="50800">
                <a:moveTo>
                  <a:pt x="254000" y="0"/>
                </a:moveTo>
                <a:lnTo>
                  <a:pt x="0" y="0"/>
                </a:lnTo>
                <a:lnTo>
                  <a:pt x="0" y="50800"/>
                </a:lnTo>
                <a:lnTo>
                  <a:pt x="254000" y="50800"/>
                </a:lnTo>
                <a:lnTo>
                  <a:pt x="254000" y="0"/>
                </a:lnTo>
                <a:close/>
              </a:path>
            </a:pathLst>
          </a:custGeom>
          <a:solidFill>
            <a:srgbClr val="6CC4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11834736" y="113093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6CC4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11834736" y="112839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6EC5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11834736" y="112585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6FC5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11834736" y="112458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71C5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11834736" y="112204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73C5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11834736" y="112077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75C6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11834736" y="111823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76C6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11834736" y="111569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78C7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11834736" y="111442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79C7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11834736" y="111188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7AC8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11834736" y="111061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7BC8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11834736" y="110807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7DC9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11834736" y="110553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7EC9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11834736" y="110426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81CA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11834736" y="110172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82CA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11834736" y="110045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84CC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11834736" y="109791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85CC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11834736" y="109537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86C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11834736" y="109410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87C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11834736" y="109156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88C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11834736" y="109029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8AC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11834736" y="108775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8BCE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11834736" y="108521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8DCF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11834736" y="108394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8ECF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11834736" y="108140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8FD0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11834736" y="108013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91D1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11834736" y="107759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92D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11834736" y="107505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93D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11834736" y="107378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94D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11834736" y="107124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95D2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11834736" y="106997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97D2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11834736" y="106743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99D2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11834736" y="106489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9BD3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11834736" y="106362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9CD3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11834736" y="106108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9DD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11834736" y="105981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9ED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11834736" y="105727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9FD5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11834736" y="105473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A0D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11834736" y="105346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A1D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11834736" y="105092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A2D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11834736" y="104965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A3D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bg object 211"/>
          <p:cNvSpPr/>
          <p:nvPr/>
        </p:nvSpPr>
        <p:spPr>
          <a:xfrm>
            <a:off x="11834736" y="104711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A6D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bg object 212"/>
          <p:cNvSpPr/>
          <p:nvPr/>
        </p:nvSpPr>
        <p:spPr>
          <a:xfrm>
            <a:off x="11834736" y="104457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A7D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bg object 213"/>
          <p:cNvSpPr/>
          <p:nvPr/>
        </p:nvSpPr>
        <p:spPr>
          <a:xfrm>
            <a:off x="11834736" y="104330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A8DA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bg object 214"/>
          <p:cNvSpPr/>
          <p:nvPr/>
        </p:nvSpPr>
        <p:spPr>
          <a:xfrm>
            <a:off x="11834736" y="104076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A9DA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bg object 215"/>
          <p:cNvSpPr/>
          <p:nvPr/>
        </p:nvSpPr>
        <p:spPr>
          <a:xfrm>
            <a:off x="11834736" y="103949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ABDB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bg object 216"/>
          <p:cNvSpPr/>
          <p:nvPr/>
        </p:nvSpPr>
        <p:spPr>
          <a:xfrm>
            <a:off x="11834737" y="10344149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54000" h="635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0" y="38100"/>
                </a:lnTo>
                <a:lnTo>
                  <a:pt x="0" y="63500"/>
                </a:lnTo>
                <a:lnTo>
                  <a:pt x="254000" y="63500"/>
                </a:lnTo>
                <a:lnTo>
                  <a:pt x="254000" y="381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ACDC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bg object 217"/>
          <p:cNvSpPr/>
          <p:nvPr/>
        </p:nvSpPr>
        <p:spPr>
          <a:xfrm>
            <a:off x="11834736" y="103314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ADDD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bg object 218"/>
          <p:cNvSpPr/>
          <p:nvPr/>
        </p:nvSpPr>
        <p:spPr>
          <a:xfrm>
            <a:off x="11834736" y="103060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AFDD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bg object 219"/>
          <p:cNvSpPr/>
          <p:nvPr/>
        </p:nvSpPr>
        <p:spPr>
          <a:xfrm>
            <a:off x="11834736" y="102933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B0DE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bg object 220"/>
          <p:cNvSpPr/>
          <p:nvPr/>
        </p:nvSpPr>
        <p:spPr>
          <a:xfrm>
            <a:off x="11834736" y="102679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B1DE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bg object 221"/>
          <p:cNvSpPr/>
          <p:nvPr/>
        </p:nvSpPr>
        <p:spPr>
          <a:xfrm>
            <a:off x="11834736" y="102425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B3DE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bg object 222"/>
          <p:cNvSpPr/>
          <p:nvPr/>
        </p:nvSpPr>
        <p:spPr>
          <a:xfrm>
            <a:off x="11834736" y="102298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B4DF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bg object 223"/>
          <p:cNvSpPr/>
          <p:nvPr/>
        </p:nvSpPr>
        <p:spPr>
          <a:xfrm>
            <a:off x="11834736" y="102044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B6DF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bg object 224"/>
          <p:cNvSpPr/>
          <p:nvPr/>
        </p:nvSpPr>
        <p:spPr>
          <a:xfrm>
            <a:off x="11834736" y="101917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B7DF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bg object 225"/>
          <p:cNvSpPr/>
          <p:nvPr/>
        </p:nvSpPr>
        <p:spPr>
          <a:xfrm>
            <a:off x="11834736" y="101663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B8E0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bg object 226"/>
          <p:cNvSpPr/>
          <p:nvPr/>
        </p:nvSpPr>
        <p:spPr>
          <a:xfrm>
            <a:off x="11834736" y="101409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B8E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bg object 227"/>
          <p:cNvSpPr/>
          <p:nvPr/>
        </p:nvSpPr>
        <p:spPr>
          <a:xfrm>
            <a:off x="11834736" y="101282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BAE1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bg object 228"/>
          <p:cNvSpPr/>
          <p:nvPr/>
        </p:nvSpPr>
        <p:spPr>
          <a:xfrm>
            <a:off x="11834736" y="101028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BBE1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bg object 229"/>
          <p:cNvSpPr/>
          <p:nvPr/>
        </p:nvSpPr>
        <p:spPr>
          <a:xfrm>
            <a:off x="11834736" y="100901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BCE1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bg object 230"/>
          <p:cNvSpPr/>
          <p:nvPr/>
        </p:nvSpPr>
        <p:spPr>
          <a:xfrm>
            <a:off x="11834736" y="100647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BDE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bg object 231"/>
          <p:cNvSpPr/>
          <p:nvPr/>
        </p:nvSpPr>
        <p:spPr>
          <a:xfrm>
            <a:off x="11834736" y="100393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E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bg object 232"/>
          <p:cNvSpPr/>
          <p:nvPr/>
        </p:nvSpPr>
        <p:spPr>
          <a:xfrm>
            <a:off x="11834736" y="100266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C1E3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bg object 233"/>
          <p:cNvSpPr/>
          <p:nvPr/>
        </p:nvSpPr>
        <p:spPr>
          <a:xfrm>
            <a:off x="11834736" y="100012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C2E3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bg object 234"/>
          <p:cNvSpPr/>
          <p:nvPr/>
        </p:nvSpPr>
        <p:spPr>
          <a:xfrm>
            <a:off x="11834736" y="99885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C3E4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bg object 235"/>
          <p:cNvSpPr/>
          <p:nvPr/>
        </p:nvSpPr>
        <p:spPr>
          <a:xfrm>
            <a:off x="11834736" y="99631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C4E4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bg object 236"/>
          <p:cNvSpPr/>
          <p:nvPr/>
        </p:nvSpPr>
        <p:spPr>
          <a:xfrm>
            <a:off x="11834737" y="9925049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54000" h="508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0" y="25400"/>
                </a:lnTo>
                <a:lnTo>
                  <a:pt x="0" y="50800"/>
                </a:lnTo>
                <a:lnTo>
                  <a:pt x="254000" y="50800"/>
                </a:lnTo>
                <a:lnTo>
                  <a:pt x="254000" y="254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5E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bg object 237"/>
          <p:cNvSpPr/>
          <p:nvPr/>
        </p:nvSpPr>
        <p:spPr>
          <a:xfrm>
            <a:off x="11834736" y="98996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C7E7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bg object 238"/>
          <p:cNvSpPr/>
          <p:nvPr/>
        </p:nvSpPr>
        <p:spPr>
          <a:xfrm>
            <a:off x="11834736" y="98869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C8E7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bg object 239"/>
          <p:cNvSpPr/>
          <p:nvPr/>
        </p:nvSpPr>
        <p:spPr>
          <a:xfrm>
            <a:off x="11834736" y="98615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C9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bg object 240"/>
          <p:cNvSpPr/>
          <p:nvPr/>
        </p:nvSpPr>
        <p:spPr>
          <a:xfrm>
            <a:off x="11834736" y="98361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CA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bg object 241"/>
          <p:cNvSpPr/>
          <p:nvPr/>
        </p:nvSpPr>
        <p:spPr>
          <a:xfrm>
            <a:off x="11834736" y="98234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CDE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bg object 242"/>
          <p:cNvSpPr/>
          <p:nvPr/>
        </p:nvSpPr>
        <p:spPr>
          <a:xfrm>
            <a:off x="11834736" y="97980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CEE9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bg object 243"/>
          <p:cNvSpPr/>
          <p:nvPr/>
        </p:nvSpPr>
        <p:spPr>
          <a:xfrm>
            <a:off x="11834736" y="97853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CFEA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bg object 244"/>
          <p:cNvSpPr/>
          <p:nvPr/>
        </p:nvSpPr>
        <p:spPr>
          <a:xfrm>
            <a:off x="11834736" y="97599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0EA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bg object 245"/>
          <p:cNvSpPr/>
          <p:nvPr/>
        </p:nvSpPr>
        <p:spPr>
          <a:xfrm>
            <a:off x="11834736" y="97345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1EB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bg object 246"/>
          <p:cNvSpPr/>
          <p:nvPr/>
        </p:nvSpPr>
        <p:spPr>
          <a:xfrm>
            <a:off x="11834736" y="97218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D2EB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bg object 247"/>
          <p:cNvSpPr/>
          <p:nvPr/>
        </p:nvSpPr>
        <p:spPr>
          <a:xfrm>
            <a:off x="11834736" y="96964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3EB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bg object 248"/>
          <p:cNvSpPr/>
          <p:nvPr/>
        </p:nvSpPr>
        <p:spPr>
          <a:xfrm>
            <a:off x="11834736" y="96837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D4EC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bg object 249"/>
          <p:cNvSpPr/>
          <p:nvPr/>
        </p:nvSpPr>
        <p:spPr>
          <a:xfrm>
            <a:off x="11834736" y="96583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5EC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bg object 250"/>
          <p:cNvSpPr/>
          <p:nvPr/>
        </p:nvSpPr>
        <p:spPr>
          <a:xfrm>
            <a:off x="11834736" y="96329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6EC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bg object 251"/>
          <p:cNvSpPr/>
          <p:nvPr/>
        </p:nvSpPr>
        <p:spPr>
          <a:xfrm>
            <a:off x="11834736" y="96202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D7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bg object 252"/>
          <p:cNvSpPr/>
          <p:nvPr/>
        </p:nvSpPr>
        <p:spPr>
          <a:xfrm>
            <a:off x="11834736" y="95948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9ED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bg object 253"/>
          <p:cNvSpPr/>
          <p:nvPr/>
        </p:nvSpPr>
        <p:spPr>
          <a:xfrm>
            <a:off x="11834736" y="95821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DBEE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bg object 254"/>
          <p:cNvSpPr/>
          <p:nvPr/>
        </p:nvSpPr>
        <p:spPr>
          <a:xfrm>
            <a:off x="11834736" y="95567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CEF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bg object 255"/>
          <p:cNvSpPr/>
          <p:nvPr/>
        </p:nvSpPr>
        <p:spPr>
          <a:xfrm>
            <a:off x="11834736" y="95313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DEF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bg object 256"/>
          <p:cNvSpPr/>
          <p:nvPr/>
        </p:nvSpPr>
        <p:spPr>
          <a:xfrm>
            <a:off x="11834736" y="95186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DEEF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bg object 257"/>
          <p:cNvSpPr/>
          <p:nvPr/>
        </p:nvSpPr>
        <p:spPr>
          <a:xfrm>
            <a:off x="11834736" y="94932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FF0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bg object 258"/>
          <p:cNvSpPr/>
          <p:nvPr/>
        </p:nvSpPr>
        <p:spPr>
          <a:xfrm>
            <a:off x="11834736" y="94805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0F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bg object 259"/>
          <p:cNvSpPr/>
          <p:nvPr/>
        </p:nvSpPr>
        <p:spPr>
          <a:xfrm>
            <a:off x="11834736" y="94551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1F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bg object 260"/>
          <p:cNvSpPr/>
          <p:nvPr/>
        </p:nvSpPr>
        <p:spPr>
          <a:xfrm>
            <a:off x="11834736" y="94297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2F3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bg object 261"/>
          <p:cNvSpPr/>
          <p:nvPr/>
        </p:nvSpPr>
        <p:spPr>
          <a:xfrm>
            <a:off x="11834736" y="94170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3F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bg object 262"/>
          <p:cNvSpPr/>
          <p:nvPr/>
        </p:nvSpPr>
        <p:spPr>
          <a:xfrm>
            <a:off x="11834736" y="93916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4F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bg object 263"/>
          <p:cNvSpPr/>
          <p:nvPr/>
        </p:nvSpPr>
        <p:spPr>
          <a:xfrm>
            <a:off x="11834736" y="93789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7F4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bg object 264"/>
          <p:cNvSpPr/>
          <p:nvPr/>
        </p:nvSpPr>
        <p:spPr>
          <a:xfrm>
            <a:off x="11834736" y="93535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7F5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bg object 265"/>
          <p:cNvSpPr/>
          <p:nvPr/>
        </p:nvSpPr>
        <p:spPr>
          <a:xfrm>
            <a:off x="11834737" y="9315449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54000" h="508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0" y="25400"/>
                </a:lnTo>
                <a:lnTo>
                  <a:pt x="0" y="50800"/>
                </a:lnTo>
                <a:lnTo>
                  <a:pt x="254000" y="50800"/>
                </a:lnTo>
                <a:lnTo>
                  <a:pt x="254000" y="254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E9F5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bg object 266"/>
          <p:cNvSpPr/>
          <p:nvPr/>
        </p:nvSpPr>
        <p:spPr>
          <a:xfrm>
            <a:off x="11834736" y="92900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BF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bg object 267"/>
          <p:cNvSpPr/>
          <p:nvPr/>
        </p:nvSpPr>
        <p:spPr>
          <a:xfrm>
            <a:off x="11834736" y="92773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BF7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bg object 268"/>
          <p:cNvSpPr/>
          <p:nvPr/>
        </p:nvSpPr>
        <p:spPr>
          <a:xfrm>
            <a:off x="11834736" y="92519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CF7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bg object 269"/>
          <p:cNvSpPr/>
          <p:nvPr/>
        </p:nvSpPr>
        <p:spPr>
          <a:xfrm>
            <a:off x="11834736" y="92265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DF8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bg object 270"/>
          <p:cNvSpPr/>
          <p:nvPr/>
        </p:nvSpPr>
        <p:spPr>
          <a:xfrm>
            <a:off x="11834736" y="92138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EF8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bg object 271"/>
          <p:cNvSpPr/>
          <p:nvPr/>
        </p:nvSpPr>
        <p:spPr>
          <a:xfrm>
            <a:off x="11834736" y="91884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FF8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bg object 272"/>
          <p:cNvSpPr/>
          <p:nvPr/>
        </p:nvSpPr>
        <p:spPr>
          <a:xfrm>
            <a:off x="11834736" y="91757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1F8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bg object 273"/>
          <p:cNvSpPr/>
          <p:nvPr/>
        </p:nvSpPr>
        <p:spPr>
          <a:xfrm>
            <a:off x="11834736" y="91503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3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bg object 274"/>
          <p:cNvSpPr/>
          <p:nvPr/>
        </p:nvSpPr>
        <p:spPr>
          <a:xfrm>
            <a:off x="11834736" y="91249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4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bg object 275"/>
          <p:cNvSpPr/>
          <p:nvPr/>
        </p:nvSpPr>
        <p:spPr>
          <a:xfrm>
            <a:off x="11834736" y="91122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5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bg object 276"/>
          <p:cNvSpPr/>
          <p:nvPr/>
        </p:nvSpPr>
        <p:spPr>
          <a:xfrm>
            <a:off x="11834736" y="90868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6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bg object 277"/>
          <p:cNvSpPr/>
          <p:nvPr/>
        </p:nvSpPr>
        <p:spPr>
          <a:xfrm>
            <a:off x="11834736" y="90741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7FB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bg object 278"/>
          <p:cNvSpPr/>
          <p:nvPr/>
        </p:nvSpPr>
        <p:spPr>
          <a:xfrm>
            <a:off x="11834736" y="90487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8FB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bg object 279"/>
          <p:cNvSpPr/>
          <p:nvPr/>
        </p:nvSpPr>
        <p:spPr>
          <a:xfrm>
            <a:off x="11834736" y="90233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9F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bg object 280"/>
          <p:cNvSpPr/>
          <p:nvPr/>
        </p:nvSpPr>
        <p:spPr>
          <a:xfrm>
            <a:off x="11834736" y="90106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AF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bg object 281"/>
          <p:cNvSpPr/>
          <p:nvPr/>
        </p:nvSpPr>
        <p:spPr>
          <a:xfrm>
            <a:off x="11834736" y="89852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B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bg object 282"/>
          <p:cNvSpPr/>
          <p:nvPr/>
        </p:nvSpPr>
        <p:spPr>
          <a:xfrm>
            <a:off x="11834736" y="89725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C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bg object 283"/>
          <p:cNvSpPr/>
          <p:nvPr/>
        </p:nvSpPr>
        <p:spPr>
          <a:xfrm>
            <a:off x="11834736" y="89471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D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bg object 284"/>
          <p:cNvSpPr/>
          <p:nvPr/>
        </p:nvSpPr>
        <p:spPr>
          <a:xfrm>
            <a:off x="11834736" y="89217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bg object 285"/>
          <p:cNvSpPr/>
          <p:nvPr/>
        </p:nvSpPr>
        <p:spPr>
          <a:xfrm>
            <a:off x="11834736" y="89090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C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bg object 286"/>
          <p:cNvSpPr/>
          <p:nvPr/>
        </p:nvSpPr>
        <p:spPr>
          <a:xfrm>
            <a:off x="11834736" y="88836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B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bg object 287"/>
          <p:cNvSpPr/>
          <p:nvPr/>
        </p:nvSpPr>
        <p:spPr>
          <a:xfrm>
            <a:off x="11834736" y="88709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A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bg object 288"/>
          <p:cNvSpPr/>
          <p:nvPr/>
        </p:nvSpPr>
        <p:spPr>
          <a:xfrm>
            <a:off x="11834736" y="88455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9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bg object 289"/>
          <p:cNvSpPr/>
          <p:nvPr/>
        </p:nvSpPr>
        <p:spPr>
          <a:xfrm>
            <a:off x="11834736" y="88201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bg object 290"/>
          <p:cNvSpPr/>
          <p:nvPr/>
        </p:nvSpPr>
        <p:spPr>
          <a:xfrm>
            <a:off x="11834736" y="88074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7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bg object 291"/>
          <p:cNvSpPr/>
          <p:nvPr/>
        </p:nvSpPr>
        <p:spPr>
          <a:xfrm>
            <a:off x="11834736" y="87820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6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bg object 292"/>
          <p:cNvSpPr/>
          <p:nvPr/>
        </p:nvSpPr>
        <p:spPr>
          <a:xfrm>
            <a:off x="11834736" y="87693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5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bg object 293"/>
          <p:cNvSpPr/>
          <p:nvPr/>
        </p:nvSpPr>
        <p:spPr>
          <a:xfrm>
            <a:off x="11834736" y="87439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3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bg object 294"/>
          <p:cNvSpPr/>
          <p:nvPr/>
        </p:nvSpPr>
        <p:spPr>
          <a:xfrm>
            <a:off x="11834736" y="87185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1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bg object 295"/>
          <p:cNvSpPr/>
          <p:nvPr/>
        </p:nvSpPr>
        <p:spPr>
          <a:xfrm>
            <a:off x="11834736" y="87058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bg object 296"/>
          <p:cNvSpPr/>
          <p:nvPr/>
        </p:nvSpPr>
        <p:spPr>
          <a:xfrm>
            <a:off x="11834736" y="86804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E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bg object 297"/>
          <p:cNvSpPr/>
          <p:nvPr/>
        </p:nvSpPr>
        <p:spPr>
          <a:xfrm>
            <a:off x="11834736" y="86677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D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bg object 298"/>
          <p:cNvSpPr/>
          <p:nvPr/>
        </p:nvSpPr>
        <p:spPr>
          <a:xfrm>
            <a:off x="11834736" y="86423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C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bg object 299"/>
          <p:cNvSpPr/>
          <p:nvPr/>
        </p:nvSpPr>
        <p:spPr>
          <a:xfrm>
            <a:off x="11834736" y="86169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B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bg object 300"/>
          <p:cNvSpPr/>
          <p:nvPr/>
        </p:nvSpPr>
        <p:spPr>
          <a:xfrm>
            <a:off x="11834736" y="86042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A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bg object 301"/>
          <p:cNvSpPr/>
          <p:nvPr/>
        </p:nvSpPr>
        <p:spPr>
          <a:xfrm>
            <a:off x="11834736" y="85788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bg object 302"/>
          <p:cNvSpPr/>
          <p:nvPr/>
        </p:nvSpPr>
        <p:spPr>
          <a:xfrm>
            <a:off x="11834736" y="85534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bg object 303"/>
          <p:cNvSpPr/>
          <p:nvPr/>
        </p:nvSpPr>
        <p:spPr>
          <a:xfrm>
            <a:off x="11834736" y="85407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7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bg object 304"/>
          <p:cNvSpPr/>
          <p:nvPr/>
        </p:nvSpPr>
        <p:spPr>
          <a:xfrm>
            <a:off x="11834736" y="85153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4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bg object 305"/>
          <p:cNvSpPr/>
          <p:nvPr/>
        </p:nvSpPr>
        <p:spPr>
          <a:xfrm>
            <a:off x="11834736" y="85026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3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bg object 306"/>
          <p:cNvSpPr/>
          <p:nvPr/>
        </p:nvSpPr>
        <p:spPr>
          <a:xfrm>
            <a:off x="11834736" y="84772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2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bg object 307"/>
          <p:cNvSpPr/>
          <p:nvPr/>
        </p:nvSpPr>
        <p:spPr>
          <a:xfrm>
            <a:off x="11834736" y="84518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1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bg object 308"/>
          <p:cNvSpPr/>
          <p:nvPr/>
        </p:nvSpPr>
        <p:spPr>
          <a:xfrm>
            <a:off x="11834736" y="84391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F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bg object 309"/>
          <p:cNvSpPr/>
          <p:nvPr/>
        </p:nvSpPr>
        <p:spPr>
          <a:xfrm>
            <a:off x="11834736" y="84137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E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bg object 310"/>
          <p:cNvSpPr/>
          <p:nvPr/>
        </p:nvSpPr>
        <p:spPr>
          <a:xfrm>
            <a:off x="11834736" y="84010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E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bg object 311"/>
          <p:cNvSpPr/>
          <p:nvPr/>
        </p:nvSpPr>
        <p:spPr>
          <a:xfrm>
            <a:off x="11834736" y="83756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C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bg object 312"/>
          <p:cNvSpPr/>
          <p:nvPr/>
        </p:nvSpPr>
        <p:spPr>
          <a:xfrm>
            <a:off x="11834736" y="83502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B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bg object 313"/>
          <p:cNvSpPr/>
          <p:nvPr/>
        </p:nvSpPr>
        <p:spPr>
          <a:xfrm>
            <a:off x="11834736" y="83375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A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bg object 314"/>
          <p:cNvSpPr/>
          <p:nvPr/>
        </p:nvSpPr>
        <p:spPr>
          <a:xfrm>
            <a:off x="11834736" y="83121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7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bg object 315"/>
          <p:cNvSpPr/>
          <p:nvPr/>
        </p:nvSpPr>
        <p:spPr>
          <a:xfrm>
            <a:off x="11834736" y="82994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6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bg object 316"/>
          <p:cNvSpPr/>
          <p:nvPr/>
        </p:nvSpPr>
        <p:spPr>
          <a:xfrm>
            <a:off x="11834736" y="82740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5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bg object 317"/>
          <p:cNvSpPr/>
          <p:nvPr/>
        </p:nvSpPr>
        <p:spPr>
          <a:xfrm>
            <a:off x="11834736" y="82486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4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bg object 318"/>
          <p:cNvSpPr/>
          <p:nvPr/>
        </p:nvSpPr>
        <p:spPr>
          <a:xfrm>
            <a:off x="11834736" y="82359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2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bg object 319"/>
          <p:cNvSpPr/>
          <p:nvPr/>
        </p:nvSpPr>
        <p:spPr>
          <a:xfrm>
            <a:off x="11834736" y="82105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2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bg object 320"/>
          <p:cNvSpPr/>
          <p:nvPr/>
        </p:nvSpPr>
        <p:spPr>
          <a:xfrm>
            <a:off x="11834736" y="81978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1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bg object 321"/>
          <p:cNvSpPr/>
          <p:nvPr/>
        </p:nvSpPr>
        <p:spPr>
          <a:xfrm>
            <a:off x="11834736" y="81724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F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bg object 322"/>
          <p:cNvSpPr/>
          <p:nvPr/>
        </p:nvSpPr>
        <p:spPr>
          <a:xfrm>
            <a:off x="11834736" y="81470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E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bg object 323"/>
          <p:cNvSpPr/>
          <p:nvPr/>
        </p:nvSpPr>
        <p:spPr>
          <a:xfrm>
            <a:off x="11834736" y="81343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D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bg object 324"/>
          <p:cNvSpPr/>
          <p:nvPr/>
        </p:nvSpPr>
        <p:spPr>
          <a:xfrm>
            <a:off x="11834736" y="81089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C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bg object 325"/>
          <p:cNvSpPr/>
          <p:nvPr/>
        </p:nvSpPr>
        <p:spPr>
          <a:xfrm>
            <a:off x="11834736" y="80962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A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bg object 326"/>
          <p:cNvSpPr/>
          <p:nvPr/>
        </p:nvSpPr>
        <p:spPr>
          <a:xfrm>
            <a:off x="11834736" y="80708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bg object 327"/>
          <p:cNvSpPr/>
          <p:nvPr/>
        </p:nvSpPr>
        <p:spPr>
          <a:xfrm>
            <a:off x="11834736" y="80454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7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bg object 328"/>
          <p:cNvSpPr/>
          <p:nvPr/>
        </p:nvSpPr>
        <p:spPr>
          <a:xfrm>
            <a:off x="11834736" y="80327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6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bg object 329"/>
          <p:cNvSpPr/>
          <p:nvPr/>
        </p:nvSpPr>
        <p:spPr>
          <a:xfrm>
            <a:off x="11834736" y="80073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5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bg object 330"/>
          <p:cNvSpPr/>
          <p:nvPr/>
        </p:nvSpPr>
        <p:spPr>
          <a:xfrm>
            <a:off x="11834736" y="79946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4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bg object 331"/>
          <p:cNvSpPr/>
          <p:nvPr/>
        </p:nvSpPr>
        <p:spPr>
          <a:xfrm>
            <a:off x="11834736" y="79692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3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bg object 332"/>
          <p:cNvSpPr/>
          <p:nvPr/>
        </p:nvSpPr>
        <p:spPr>
          <a:xfrm>
            <a:off x="11834736" y="79438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2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bg object 333"/>
          <p:cNvSpPr/>
          <p:nvPr/>
        </p:nvSpPr>
        <p:spPr>
          <a:xfrm>
            <a:off x="11834736" y="79311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bg object 334"/>
          <p:cNvSpPr/>
          <p:nvPr/>
        </p:nvSpPr>
        <p:spPr>
          <a:xfrm>
            <a:off x="11834736" y="79057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E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bg object 335"/>
          <p:cNvSpPr/>
          <p:nvPr/>
        </p:nvSpPr>
        <p:spPr>
          <a:xfrm>
            <a:off x="11834736" y="78930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D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bg object 336"/>
          <p:cNvSpPr/>
          <p:nvPr/>
        </p:nvSpPr>
        <p:spPr>
          <a:xfrm>
            <a:off x="11834736" y="78676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B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bg object 337"/>
          <p:cNvSpPr/>
          <p:nvPr/>
        </p:nvSpPr>
        <p:spPr>
          <a:xfrm>
            <a:off x="11834736" y="7842250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A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bg object 338"/>
          <p:cNvSpPr/>
          <p:nvPr/>
        </p:nvSpPr>
        <p:spPr>
          <a:xfrm>
            <a:off x="11834736" y="782955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bg object 339"/>
          <p:cNvSpPr/>
          <p:nvPr/>
        </p:nvSpPr>
        <p:spPr>
          <a:xfrm>
            <a:off x="11834736" y="78041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8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bg object 340"/>
          <p:cNvSpPr/>
          <p:nvPr/>
        </p:nvSpPr>
        <p:spPr>
          <a:xfrm>
            <a:off x="11834736" y="77914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7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bg object 341"/>
          <p:cNvSpPr/>
          <p:nvPr/>
        </p:nvSpPr>
        <p:spPr>
          <a:xfrm>
            <a:off x="11834736" y="77660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6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bg object 342"/>
          <p:cNvSpPr/>
          <p:nvPr/>
        </p:nvSpPr>
        <p:spPr>
          <a:xfrm>
            <a:off x="11834736" y="77406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5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bg object 343"/>
          <p:cNvSpPr/>
          <p:nvPr/>
        </p:nvSpPr>
        <p:spPr>
          <a:xfrm>
            <a:off x="11834736" y="77279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3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bg object 344"/>
          <p:cNvSpPr/>
          <p:nvPr/>
        </p:nvSpPr>
        <p:spPr>
          <a:xfrm>
            <a:off x="11834736" y="77025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1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bg object 345"/>
          <p:cNvSpPr/>
          <p:nvPr/>
        </p:nvSpPr>
        <p:spPr>
          <a:xfrm>
            <a:off x="11834736" y="76898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0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bg object 346"/>
          <p:cNvSpPr/>
          <p:nvPr/>
        </p:nvSpPr>
        <p:spPr>
          <a:xfrm>
            <a:off x="11834736" y="76644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AE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bg object 347"/>
          <p:cNvSpPr/>
          <p:nvPr/>
        </p:nvSpPr>
        <p:spPr>
          <a:xfrm>
            <a:off x="11834736" y="76390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AD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bg object 348"/>
          <p:cNvSpPr/>
          <p:nvPr/>
        </p:nvSpPr>
        <p:spPr>
          <a:xfrm>
            <a:off x="11834736" y="76263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AC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bg object 349"/>
          <p:cNvSpPr/>
          <p:nvPr/>
        </p:nvSpPr>
        <p:spPr>
          <a:xfrm>
            <a:off x="11834736" y="76009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A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bg object 350"/>
          <p:cNvSpPr/>
          <p:nvPr/>
        </p:nvSpPr>
        <p:spPr>
          <a:xfrm>
            <a:off x="11834736" y="75882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AB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bg object 351"/>
          <p:cNvSpPr/>
          <p:nvPr/>
        </p:nvSpPr>
        <p:spPr>
          <a:xfrm>
            <a:off x="11834736" y="75628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DA9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bg object 352"/>
          <p:cNvSpPr/>
          <p:nvPr/>
        </p:nvSpPr>
        <p:spPr>
          <a:xfrm>
            <a:off x="11834736" y="75374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DA8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bg object 353"/>
          <p:cNvSpPr/>
          <p:nvPr/>
        </p:nvSpPr>
        <p:spPr>
          <a:xfrm>
            <a:off x="11834736" y="75247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DA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bg object 354"/>
          <p:cNvSpPr/>
          <p:nvPr/>
        </p:nvSpPr>
        <p:spPr>
          <a:xfrm>
            <a:off x="11834736" y="74993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DA6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bg object 355"/>
          <p:cNvSpPr/>
          <p:nvPr/>
        </p:nvSpPr>
        <p:spPr>
          <a:xfrm>
            <a:off x="11834736" y="74866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DA4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bg object 356"/>
          <p:cNvSpPr/>
          <p:nvPr/>
        </p:nvSpPr>
        <p:spPr>
          <a:xfrm>
            <a:off x="11834736" y="74612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DA2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bg object 357"/>
          <p:cNvSpPr/>
          <p:nvPr/>
        </p:nvSpPr>
        <p:spPr>
          <a:xfrm>
            <a:off x="11834736" y="74358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CA1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bg object 358"/>
          <p:cNvSpPr/>
          <p:nvPr/>
        </p:nvSpPr>
        <p:spPr>
          <a:xfrm>
            <a:off x="11834736" y="74231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C9F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bg object 359"/>
          <p:cNvSpPr/>
          <p:nvPr/>
        </p:nvSpPr>
        <p:spPr>
          <a:xfrm>
            <a:off x="11834736" y="73977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C9F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bg object 360"/>
          <p:cNvSpPr/>
          <p:nvPr/>
        </p:nvSpPr>
        <p:spPr>
          <a:xfrm>
            <a:off x="11834736" y="73850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B9E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bg object 361"/>
          <p:cNvSpPr/>
          <p:nvPr/>
        </p:nvSpPr>
        <p:spPr>
          <a:xfrm>
            <a:off x="11834736" y="73596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B9D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bg object 362"/>
          <p:cNvSpPr/>
          <p:nvPr/>
        </p:nvSpPr>
        <p:spPr>
          <a:xfrm>
            <a:off x="11834736" y="73342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B9B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bg object 363"/>
          <p:cNvSpPr/>
          <p:nvPr/>
        </p:nvSpPr>
        <p:spPr>
          <a:xfrm>
            <a:off x="11834736" y="73215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A9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bg object 364"/>
          <p:cNvSpPr/>
          <p:nvPr/>
        </p:nvSpPr>
        <p:spPr>
          <a:xfrm>
            <a:off x="11834736" y="72961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A97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bg object 365"/>
          <p:cNvSpPr/>
          <p:nvPr/>
        </p:nvSpPr>
        <p:spPr>
          <a:xfrm>
            <a:off x="11834736" y="72834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A9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bg object 366"/>
          <p:cNvSpPr/>
          <p:nvPr/>
        </p:nvSpPr>
        <p:spPr>
          <a:xfrm>
            <a:off x="11834736" y="72580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A95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bg object 367"/>
          <p:cNvSpPr/>
          <p:nvPr/>
        </p:nvSpPr>
        <p:spPr>
          <a:xfrm>
            <a:off x="11834736" y="72326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993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bg object 368"/>
          <p:cNvSpPr/>
          <p:nvPr/>
        </p:nvSpPr>
        <p:spPr>
          <a:xfrm>
            <a:off x="11834736" y="72199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992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bg object 369"/>
          <p:cNvSpPr/>
          <p:nvPr/>
        </p:nvSpPr>
        <p:spPr>
          <a:xfrm>
            <a:off x="11834736" y="71945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99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bg object 370"/>
          <p:cNvSpPr/>
          <p:nvPr/>
        </p:nvSpPr>
        <p:spPr>
          <a:xfrm>
            <a:off x="11834736" y="71818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991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bg object 371"/>
          <p:cNvSpPr/>
          <p:nvPr/>
        </p:nvSpPr>
        <p:spPr>
          <a:xfrm>
            <a:off x="11834736" y="71564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88F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bg object 372"/>
          <p:cNvSpPr/>
          <p:nvPr/>
        </p:nvSpPr>
        <p:spPr>
          <a:xfrm>
            <a:off x="11834736" y="71310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88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bg object 373"/>
          <p:cNvSpPr/>
          <p:nvPr/>
        </p:nvSpPr>
        <p:spPr>
          <a:xfrm>
            <a:off x="11834737" y="7092949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54000" h="508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0" y="38100"/>
                </a:lnTo>
                <a:lnTo>
                  <a:pt x="0" y="50800"/>
                </a:lnTo>
                <a:lnTo>
                  <a:pt x="254000" y="50800"/>
                </a:lnTo>
                <a:lnTo>
                  <a:pt x="254000" y="381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88B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bg object 374"/>
          <p:cNvSpPr/>
          <p:nvPr/>
        </p:nvSpPr>
        <p:spPr>
          <a:xfrm>
            <a:off x="11834736" y="70802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889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bg object 375"/>
          <p:cNvSpPr/>
          <p:nvPr/>
        </p:nvSpPr>
        <p:spPr>
          <a:xfrm>
            <a:off x="11834736" y="70548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888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bg object 376"/>
          <p:cNvSpPr/>
          <p:nvPr/>
        </p:nvSpPr>
        <p:spPr>
          <a:xfrm>
            <a:off x="11834736" y="70294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78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bg object 377"/>
          <p:cNvSpPr/>
          <p:nvPr/>
        </p:nvSpPr>
        <p:spPr>
          <a:xfrm>
            <a:off x="11834736" y="70167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785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bg object 378"/>
          <p:cNvSpPr/>
          <p:nvPr/>
        </p:nvSpPr>
        <p:spPr>
          <a:xfrm>
            <a:off x="11834736" y="69913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685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bg object 379"/>
          <p:cNvSpPr/>
          <p:nvPr/>
        </p:nvSpPr>
        <p:spPr>
          <a:xfrm>
            <a:off x="11834736" y="69786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68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bg object 380"/>
          <p:cNvSpPr/>
          <p:nvPr/>
        </p:nvSpPr>
        <p:spPr>
          <a:xfrm>
            <a:off x="11834736" y="69532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682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bg object 381"/>
          <p:cNvSpPr/>
          <p:nvPr/>
        </p:nvSpPr>
        <p:spPr>
          <a:xfrm>
            <a:off x="11834736" y="69278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681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bg object 382"/>
          <p:cNvSpPr/>
          <p:nvPr/>
        </p:nvSpPr>
        <p:spPr>
          <a:xfrm>
            <a:off x="11834736" y="69151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680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bg object 383"/>
          <p:cNvSpPr/>
          <p:nvPr/>
        </p:nvSpPr>
        <p:spPr>
          <a:xfrm>
            <a:off x="11834736" y="68897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67D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bg object 384"/>
          <p:cNvSpPr/>
          <p:nvPr/>
        </p:nvSpPr>
        <p:spPr>
          <a:xfrm>
            <a:off x="11834736" y="68770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57C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bg object 385"/>
          <p:cNvSpPr/>
          <p:nvPr/>
        </p:nvSpPr>
        <p:spPr>
          <a:xfrm>
            <a:off x="11834736" y="68516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57B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bg object 386"/>
          <p:cNvSpPr/>
          <p:nvPr/>
        </p:nvSpPr>
        <p:spPr>
          <a:xfrm>
            <a:off x="11834736" y="68262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479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bg object 387"/>
          <p:cNvSpPr/>
          <p:nvPr/>
        </p:nvSpPr>
        <p:spPr>
          <a:xfrm>
            <a:off x="11834736" y="68135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4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bg object 388"/>
          <p:cNvSpPr/>
          <p:nvPr/>
        </p:nvSpPr>
        <p:spPr>
          <a:xfrm>
            <a:off x="11834736" y="67881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478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bg object 389"/>
          <p:cNvSpPr/>
          <p:nvPr/>
        </p:nvSpPr>
        <p:spPr>
          <a:xfrm>
            <a:off x="11834736" y="67754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376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bg object 390"/>
          <p:cNvSpPr/>
          <p:nvPr/>
        </p:nvSpPr>
        <p:spPr>
          <a:xfrm>
            <a:off x="11834736" y="67500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375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bg object 391"/>
          <p:cNvSpPr/>
          <p:nvPr/>
        </p:nvSpPr>
        <p:spPr>
          <a:xfrm>
            <a:off x="11834736" y="67246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173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bg object 392"/>
          <p:cNvSpPr/>
          <p:nvPr/>
        </p:nvSpPr>
        <p:spPr>
          <a:xfrm>
            <a:off x="11834736" y="67119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170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bg object 393"/>
          <p:cNvSpPr/>
          <p:nvPr/>
        </p:nvSpPr>
        <p:spPr>
          <a:xfrm>
            <a:off x="11834736" y="66865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16F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bg object 394"/>
          <p:cNvSpPr/>
          <p:nvPr/>
        </p:nvSpPr>
        <p:spPr>
          <a:xfrm>
            <a:off x="11834736" y="66738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06D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bg object 395"/>
          <p:cNvSpPr/>
          <p:nvPr/>
        </p:nvSpPr>
        <p:spPr>
          <a:xfrm>
            <a:off x="11834736" y="66484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06C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bg object 396"/>
          <p:cNvSpPr/>
          <p:nvPr/>
        </p:nvSpPr>
        <p:spPr>
          <a:xfrm>
            <a:off x="11834736" y="66230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F6C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bg object 397"/>
          <p:cNvSpPr/>
          <p:nvPr/>
        </p:nvSpPr>
        <p:spPr>
          <a:xfrm>
            <a:off x="11834736" y="66103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F6A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bg object 398"/>
          <p:cNvSpPr/>
          <p:nvPr/>
        </p:nvSpPr>
        <p:spPr>
          <a:xfrm>
            <a:off x="11834736" y="65849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E69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bg object 399"/>
          <p:cNvSpPr/>
          <p:nvPr/>
        </p:nvSpPr>
        <p:spPr>
          <a:xfrm>
            <a:off x="11834736" y="65722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E67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bg object 400"/>
          <p:cNvSpPr/>
          <p:nvPr/>
        </p:nvSpPr>
        <p:spPr>
          <a:xfrm>
            <a:off x="11834736" y="65468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D66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bg object 401"/>
          <p:cNvSpPr/>
          <p:nvPr/>
        </p:nvSpPr>
        <p:spPr>
          <a:xfrm>
            <a:off x="11834736" y="65214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D63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bg object 402"/>
          <p:cNvSpPr/>
          <p:nvPr/>
        </p:nvSpPr>
        <p:spPr>
          <a:xfrm>
            <a:off x="11834736" y="65087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C6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bg object 403"/>
          <p:cNvSpPr/>
          <p:nvPr/>
        </p:nvSpPr>
        <p:spPr>
          <a:xfrm>
            <a:off x="11834736" y="64833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C60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bg object 404"/>
          <p:cNvSpPr/>
          <p:nvPr/>
        </p:nvSpPr>
        <p:spPr>
          <a:xfrm>
            <a:off x="11834736" y="64706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C5F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bg object 405"/>
          <p:cNvSpPr/>
          <p:nvPr/>
        </p:nvSpPr>
        <p:spPr>
          <a:xfrm>
            <a:off x="11834736" y="64452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B5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bg object 406"/>
          <p:cNvSpPr/>
          <p:nvPr/>
        </p:nvSpPr>
        <p:spPr>
          <a:xfrm>
            <a:off x="11834736" y="64198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B5D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bg object 407"/>
          <p:cNvSpPr/>
          <p:nvPr/>
        </p:nvSpPr>
        <p:spPr>
          <a:xfrm>
            <a:off x="11834736" y="64071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B5B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bg object 408"/>
          <p:cNvSpPr/>
          <p:nvPr/>
        </p:nvSpPr>
        <p:spPr>
          <a:xfrm>
            <a:off x="11834736" y="63817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B5A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bg object 409"/>
          <p:cNvSpPr/>
          <p:nvPr/>
        </p:nvSpPr>
        <p:spPr>
          <a:xfrm>
            <a:off x="11834736" y="63690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A57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bg object 410"/>
          <p:cNvSpPr/>
          <p:nvPr/>
        </p:nvSpPr>
        <p:spPr>
          <a:xfrm>
            <a:off x="11834736" y="63436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A56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bg object 411"/>
          <p:cNvSpPr/>
          <p:nvPr/>
        </p:nvSpPr>
        <p:spPr>
          <a:xfrm>
            <a:off x="11834736" y="63182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954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bg object 412"/>
          <p:cNvSpPr/>
          <p:nvPr/>
        </p:nvSpPr>
        <p:spPr>
          <a:xfrm>
            <a:off x="11834736" y="63055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953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bg object 413"/>
          <p:cNvSpPr/>
          <p:nvPr/>
        </p:nvSpPr>
        <p:spPr>
          <a:xfrm>
            <a:off x="11834736" y="62801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852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bg object 414"/>
          <p:cNvSpPr/>
          <p:nvPr/>
        </p:nvSpPr>
        <p:spPr>
          <a:xfrm>
            <a:off x="11834736" y="62674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851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bg object 415"/>
          <p:cNvSpPr/>
          <p:nvPr/>
        </p:nvSpPr>
        <p:spPr>
          <a:xfrm>
            <a:off x="11834736" y="62420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74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bg object 416"/>
          <p:cNvSpPr/>
          <p:nvPr/>
        </p:nvSpPr>
        <p:spPr>
          <a:xfrm>
            <a:off x="11834736" y="6216649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74E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bg object 417"/>
          <p:cNvSpPr/>
          <p:nvPr/>
        </p:nvSpPr>
        <p:spPr>
          <a:xfrm>
            <a:off x="11834736" y="62039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64B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bg object 418"/>
          <p:cNvSpPr/>
          <p:nvPr/>
        </p:nvSpPr>
        <p:spPr>
          <a:xfrm>
            <a:off x="11834736" y="6203949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64A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bg object 419"/>
          <p:cNvSpPr/>
          <p:nvPr/>
        </p:nvSpPr>
        <p:spPr>
          <a:xfrm>
            <a:off x="11834736" y="6196329"/>
            <a:ext cx="254000" cy="5163820"/>
          </a:xfrm>
          <a:custGeom>
            <a:avLst/>
            <a:gdLst/>
            <a:ahLst/>
            <a:cxnLst/>
            <a:rect l="l" t="t" r="r" b="b"/>
            <a:pathLst>
              <a:path w="254000" h="5163820">
                <a:moveTo>
                  <a:pt x="0" y="0"/>
                </a:moveTo>
                <a:lnTo>
                  <a:pt x="254000" y="0"/>
                </a:lnTo>
                <a:lnTo>
                  <a:pt x="254000" y="5163820"/>
                </a:lnTo>
                <a:lnTo>
                  <a:pt x="0" y="51638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5000" y="609600"/>
            <a:ext cx="1143000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5000" y="3505200"/>
            <a:ext cx="11430000" cy="1005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18000" y="14173200"/>
            <a:ext cx="4064000" cy="76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35000" y="14173200"/>
            <a:ext cx="2921000" cy="76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44000" y="14173200"/>
            <a:ext cx="2921000" cy="76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01437" y="11116047"/>
            <a:ext cx="586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444444"/>
                </a:solidFill>
                <a:latin typeface="Verdana"/>
                <a:cs typeface="Verdana"/>
              </a:rPr>
              <a:t>−2.5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01437" y="8788139"/>
            <a:ext cx="17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444444"/>
                </a:solidFill>
                <a:latin typeface="Verdana"/>
                <a:cs typeface="Verdana"/>
              </a:rPr>
              <a:t>0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01437" y="6087615"/>
            <a:ext cx="399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44444"/>
                </a:solidFill>
                <a:latin typeface="Verdana"/>
                <a:cs typeface="Verdana"/>
              </a:rPr>
              <a:t>2.9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10608" y="5934707"/>
            <a:ext cx="433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44444"/>
                </a:solidFill>
                <a:latin typeface="Verdana"/>
                <a:cs typeface="Verdana"/>
              </a:rPr>
              <a:t>value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57759" y="2116150"/>
            <a:ext cx="2480310" cy="314325"/>
          </a:xfrm>
          <a:custGeom>
            <a:avLst/>
            <a:gdLst/>
            <a:ahLst/>
            <a:cxnLst/>
            <a:rect l="l" t="t" r="r" b="b"/>
            <a:pathLst>
              <a:path w="2480309" h="314325">
                <a:moveTo>
                  <a:pt x="2480043" y="0"/>
                </a:moveTo>
                <a:lnTo>
                  <a:pt x="0" y="0"/>
                </a:lnTo>
                <a:lnTo>
                  <a:pt x="0" y="314312"/>
                </a:lnTo>
                <a:lnTo>
                  <a:pt x="2480043" y="314312"/>
                </a:lnTo>
                <a:lnTo>
                  <a:pt x="2480043" y="0"/>
                </a:lnTo>
                <a:close/>
              </a:path>
            </a:pathLst>
          </a:custGeom>
          <a:solidFill>
            <a:srgbClr val="A6CE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06156" y="2109800"/>
            <a:ext cx="2480310" cy="314325"/>
          </a:xfrm>
          <a:prstGeom prst="rect">
            <a:avLst/>
          </a:prstGeom>
          <a:solidFill>
            <a:srgbClr val="B1DF89"/>
          </a:solidFill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ts val="2475"/>
              </a:lnSpc>
            </a:pPr>
            <a:r>
              <a:rPr sz="2400" spc="-25" dirty="0">
                <a:latin typeface="Trebuchet MS"/>
                <a:cs typeface="Trebuchet MS"/>
              </a:rPr>
              <a:t>315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10297" y="2038756"/>
            <a:ext cx="494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rebuchet MS"/>
                <a:cs typeface="Trebuchet MS"/>
              </a:rPr>
              <a:t>417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86200" y="2109800"/>
            <a:ext cx="2476500" cy="314325"/>
          </a:xfrm>
          <a:prstGeom prst="rect">
            <a:avLst/>
          </a:prstGeom>
          <a:solidFill>
            <a:srgbClr val="C9B1D5"/>
          </a:solidFill>
        </p:spPr>
        <p:txBody>
          <a:bodyPr vert="horz" wrap="square" lIns="0" tIns="0" rIns="0" bIns="0" rtlCol="0">
            <a:spAutoFit/>
          </a:bodyPr>
          <a:lstStyle/>
          <a:p>
            <a:pPr marL="95250" algn="ctr">
              <a:lnSpc>
                <a:spcPts val="2475"/>
              </a:lnSpc>
            </a:pPr>
            <a:r>
              <a:rPr sz="2400" spc="-20" dirty="0">
                <a:latin typeface="Trebuchet MS"/>
                <a:cs typeface="Trebuchet MS"/>
              </a:rPr>
              <a:t>CHA0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</TotalTime>
  <Words>8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Trebuchet MS</vt:lpstr>
      <vt:lpstr>Verdana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GC-MS_heatmap_modified</dc:title>
  <cp:lastModifiedBy>Carracedo Lorenzo, Zulema</cp:lastModifiedBy>
  <cp:revision>1</cp:revision>
  <dcterms:created xsi:type="dcterms:W3CDTF">2024-07-04T10:51:25Z</dcterms:created>
  <dcterms:modified xsi:type="dcterms:W3CDTF">2024-07-04T17:30:19Z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2024-07-04T00:00:00Z</vt:filetime>
  </property>
  <property fmtid="{D5CDD505-2E9C-101B-9397-08002B2CF9AE}" pid="5" name="Producer">
    <vt:lpwstr>Adobe PDF library 15.00</vt:lpwstr>
  </property>
</Properties>
</file>