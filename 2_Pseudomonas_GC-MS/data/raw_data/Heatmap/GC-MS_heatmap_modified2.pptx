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700000" cy="15240000"/>
  <p:notesSz cx="12700000" cy="15240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9652CA-D9B1-48C1-9AF4-00BB96E600A1}" v="2" dt="2024-07-04T17:37:45.26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2362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racedo Lorenzo, Zulema" userId="e6397957-8632-491d-b7b4-e8961ef30331" providerId="ADAL" clId="{1C9652CA-D9B1-48C1-9AF4-00BB96E600A1}"/>
    <pc:docChg chg="modSld">
      <pc:chgData name="Carracedo Lorenzo, Zulema" userId="e6397957-8632-491d-b7b4-e8961ef30331" providerId="ADAL" clId="{1C9652CA-D9B1-48C1-9AF4-00BB96E600A1}" dt="2024-07-04T17:38:05.224" v="22" actId="208"/>
      <pc:docMkLst>
        <pc:docMk/>
      </pc:docMkLst>
      <pc:sldChg chg="addSp modSp mod">
        <pc:chgData name="Carracedo Lorenzo, Zulema" userId="e6397957-8632-491d-b7b4-e8961ef30331" providerId="ADAL" clId="{1C9652CA-D9B1-48C1-9AF4-00BB96E600A1}" dt="2024-07-04T17:38:05.224" v="22" actId="208"/>
        <pc:sldMkLst>
          <pc:docMk/>
          <pc:sldMk cId="0" sldId="256"/>
        </pc:sldMkLst>
        <pc:spChg chg="add mod">
          <ac:chgData name="Carracedo Lorenzo, Zulema" userId="e6397957-8632-491d-b7b4-e8961ef30331" providerId="ADAL" clId="{1C9652CA-D9B1-48C1-9AF4-00BB96E600A1}" dt="2024-07-04T17:37:11.417" v="7" actId="208"/>
          <ac:spMkLst>
            <pc:docMk/>
            <pc:sldMk cId="0" sldId="256"/>
            <ac:spMk id="10" creationId="{DA71FDCC-B305-6E0B-1EBF-2B1167F10210}"/>
          </ac:spMkLst>
        </pc:spChg>
        <pc:spChg chg="add mod">
          <ac:chgData name="Carracedo Lorenzo, Zulema" userId="e6397957-8632-491d-b7b4-e8961ef30331" providerId="ADAL" clId="{1C9652CA-D9B1-48C1-9AF4-00BB96E600A1}" dt="2024-07-04T17:37:41.898" v="16" actId="208"/>
          <ac:spMkLst>
            <pc:docMk/>
            <pc:sldMk cId="0" sldId="256"/>
            <ac:spMk id="11" creationId="{8592CD4D-B320-3A86-7B30-ECB489DAF548}"/>
          </ac:spMkLst>
        </pc:spChg>
        <pc:spChg chg="add mod">
          <ac:chgData name="Carracedo Lorenzo, Zulema" userId="e6397957-8632-491d-b7b4-e8961ef30331" providerId="ADAL" clId="{1C9652CA-D9B1-48C1-9AF4-00BB96E600A1}" dt="2024-07-04T17:38:05.224" v="22" actId="208"/>
          <ac:spMkLst>
            <pc:docMk/>
            <pc:sldMk cId="0" sldId="256"/>
            <ac:spMk id="12" creationId="{D1FEA139-B018-0A05-F068-6FC9BFB8AF5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2500" y="4724400"/>
            <a:ext cx="10795000" cy="320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05000" y="8534400"/>
            <a:ext cx="8890000" cy="381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35000" y="3505200"/>
            <a:ext cx="5524500" cy="1005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40500" y="3505200"/>
            <a:ext cx="5524500" cy="1005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06156" y="2444470"/>
            <a:ext cx="7429494" cy="1216054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118492" y="876302"/>
            <a:ext cx="2091055" cy="0"/>
          </a:xfrm>
          <a:custGeom>
            <a:avLst/>
            <a:gdLst/>
            <a:ahLst/>
            <a:cxnLst/>
            <a:rect l="l" t="t" r="r" b="b"/>
            <a:pathLst>
              <a:path w="2091054">
                <a:moveTo>
                  <a:pt x="2090547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118493" y="876302"/>
            <a:ext cx="0" cy="904240"/>
          </a:xfrm>
          <a:custGeom>
            <a:avLst/>
            <a:gdLst/>
            <a:ahLst/>
            <a:cxnLst/>
            <a:rect l="l" t="t" r="r" b="b"/>
            <a:pathLst>
              <a:path h="904239">
                <a:moveTo>
                  <a:pt x="0" y="0"/>
                </a:moveTo>
                <a:lnTo>
                  <a:pt x="0" y="904113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53927" y="1780415"/>
            <a:ext cx="464820" cy="0"/>
          </a:xfrm>
          <a:custGeom>
            <a:avLst/>
            <a:gdLst/>
            <a:ahLst/>
            <a:cxnLst/>
            <a:rect l="l" t="t" r="r" b="b"/>
            <a:pathLst>
              <a:path w="464819">
                <a:moveTo>
                  <a:pt x="464565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653927" y="1780415"/>
            <a:ext cx="0" cy="287020"/>
          </a:xfrm>
          <a:custGeom>
            <a:avLst/>
            <a:gdLst/>
            <a:ahLst/>
            <a:cxnLst/>
            <a:rect l="l" t="t" r="r" b="b"/>
            <a:pathLst>
              <a:path h="287019">
                <a:moveTo>
                  <a:pt x="0" y="0"/>
                </a:moveTo>
                <a:lnTo>
                  <a:pt x="0" y="286512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118493" y="1780415"/>
            <a:ext cx="464820" cy="0"/>
          </a:xfrm>
          <a:custGeom>
            <a:avLst/>
            <a:gdLst/>
            <a:ahLst/>
            <a:cxnLst/>
            <a:rect l="l" t="t" r="r" b="b"/>
            <a:pathLst>
              <a:path w="464819">
                <a:moveTo>
                  <a:pt x="0" y="0"/>
                </a:moveTo>
                <a:lnTo>
                  <a:pt x="464566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583060" y="1780415"/>
            <a:ext cx="0" cy="74930"/>
          </a:xfrm>
          <a:custGeom>
            <a:avLst/>
            <a:gdLst/>
            <a:ahLst/>
            <a:cxnLst/>
            <a:rect l="l" t="t" r="r" b="b"/>
            <a:pathLst>
              <a:path h="74930">
                <a:moveTo>
                  <a:pt x="0" y="0"/>
                </a:moveTo>
                <a:lnTo>
                  <a:pt x="0" y="74422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2149482" y="1854834"/>
            <a:ext cx="433705" cy="0"/>
          </a:xfrm>
          <a:custGeom>
            <a:avLst/>
            <a:gdLst/>
            <a:ahLst/>
            <a:cxnLst/>
            <a:rect l="l" t="t" r="r" b="b"/>
            <a:pathLst>
              <a:path w="433705">
                <a:moveTo>
                  <a:pt x="433577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2149481" y="1854834"/>
            <a:ext cx="0" cy="212090"/>
          </a:xfrm>
          <a:custGeom>
            <a:avLst/>
            <a:gdLst/>
            <a:ahLst/>
            <a:cxnLst/>
            <a:rect l="l" t="t" r="r" b="b"/>
            <a:pathLst>
              <a:path h="212089">
                <a:moveTo>
                  <a:pt x="0" y="0"/>
                </a:moveTo>
                <a:lnTo>
                  <a:pt x="0" y="21209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2583060" y="1854834"/>
            <a:ext cx="433705" cy="0"/>
          </a:xfrm>
          <a:custGeom>
            <a:avLst/>
            <a:gdLst/>
            <a:ahLst/>
            <a:cxnLst/>
            <a:rect l="l" t="t" r="r" b="b"/>
            <a:pathLst>
              <a:path w="433705">
                <a:moveTo>
                  <a:pt x="0" y="0"/>
                </a:moveTo>
                <a:lnTo>
                  <a:pt x="433578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016641" y="1854834"/>
            <a:ext cx="0" cy="95885"/>
          </a:xfrm>
          <a:custGeom>
            <a:avLst/>
            <a:gdLst/>
            <a:ahLst/>
            <a:cxnLst/>
            <a:rect l="l" t="t" r="r" b="b"/>
            <a:pathLst>
              <a:path h="95885">
                <a:moveTo>
                  <a:pt x="0" y="0"/>
                </a:moveTo>
                <a:lnTo>
                  <a:pt x="0" y="95631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2645039" y="1950463"/>
            <a:ext cx="372110" cy="0"/>
          </a:xfrm>
          <a:custGeom>
            <a:avLst/>
            <a:gdLst/>
            <a:ahLst/>
            <a:cxnLst/>
            <a:rect l="l" t="t" r="r" b="b"/>
            <a:pathLst>
              <a:path w="372110">
                <a:moveTo>
                  <a:pt x="371601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2645035" y="1950463"/>
            <a:ext cx="0" cy="116839"/>
          </a:xfrm>
          <a:custGeom>
            <a:avLst/>
            <a:gdLst/>
            <a:ahLst/>
            <a:cxnLst/>
            <a:rect l="l" t="t" r="r" b="b"/>
            <a:pathLst>
              <a:path h="116839">
                <a:moveTo>
                  <a:pt x="0" y="0"/>
                </a:moveTo>
                <a:lnTo>
                  <a:pt x="0" y="116459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3016641" y="1950463"/>
            <a:ext cx="372110" cy="0"/>
          </a:xfrm>
          <a:custGeom>
            <a:avLst/>
            <a:gdLst/>
            <a:ahLst/>
            <a:cxnLst/>
            <a:rect l="l" t="t" r="r" b="b"/>
            <a:pathLst>
              <a:path w="372110">
                <a:moveTo>
                  <a:pt x="0" y="0"/>
                </a:moveTo>
                <a:lnTo>
                  <a:pt x="371729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3388370" y="1950463"/>
            <a:ext cx="0" cy="33020"/>
          </a:xfrm>
          <a:custGeom>
            <a:avLst/>
            <a:gdLst/>
            <a:ahLst/>
            <a:cxnLst/>
            <a:rect l="l" t="t" r="r" b="b"/>
            <a:pathLst>
              <a:path h="33019">
                <a:moveTo>
                  <a:pt x="0" y="0"/>
                </a:moveTo>
                <a:lnTo>
                  <a:pt x="0" y="32638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3140593" y="1983106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5">
                <a:moveTo>
                  <a:pt x="24777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3140589" y="1983106"/>
            <a:ext cx="0" cy="83820"/>
          </a:xfrm>
          <a:custGeom>
            <a:avLst/>
            <a:gdLst/>
            <a:ahLst/>
            <a:cxnLst/>
            <a:rect l="l" t="t" r="r" b="b"/>
            <a:pathLst>
              <a:path h="83819">
                <a:moveTo>
                  <a:pt x="0" y="0"/>
                </a:moveTo>
                <a:lnTo>
                  <a:pt x="0" y="8382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3388370" y="1983106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5">
                <a:moveTo>
                  <a:pt x="0" y="0"/>
                </a:moveTo>
                <a:lnTo>
                  <a:pt x="247777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3636143" y="1983106"/>
            <a:ext cx="0" cy="83820"/>
          </a:xfrm>
          <a:custGeom>
            <a:avLst/>
            <a:gdLst/>
            <a:ahLst/>
            <a:cxnLst/>
            <a:rect l="l" t="t" r="r" b="b"/>
            <a:pathLst>
              <a:path h="83819">
                <a:moveTo>
                  <a:pt x="0" y="0"/>
                </a:moveTo>
                <a:lnTo>
                  <a:pt x="0" y="8382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4209039" y="876302"/>
            <a:ext cx="2091055" cy="0"/>
          </a:xfrm>
          <a:custGeom>
            <a:avLst/>
            <a:gdLst/>
            <a:ahLst/>
            <a:cxnLst/>
            <a:rect l="l" t="t" r="r" b="b"/>
            <a:pathLst>
              <a:path w="2091054">
                <a:moveTo>
                  <a:pt x="0" y="0"/>
                </a:moveTo>
                <a:lnTo>
                  <a:pt x="2090674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6299714" y="876302"/>
            <a:ext cx="0" cy="561340"/>
          </a:xfrm>
          <a:custGeom>
            <a:avLst/>
            <a:gdLst/>
            <a:ahLst/>
            <a:cxnLst/>
            <a:rect l="l" t="t" r="r" b="b"/>
            <a:pathLst>
              <a:path h="561340">
                <a:moveTo>
                  <a:pt x="0" y="0"/>
                </a:moveTo>
                <a:lnTo>
                  <a:pt x="0" y="561086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5184654" y="1437384"/>
            <a:ext cx="1115060" cy="0"/>
          </a:xfrm>
          <a:custGeom>
            <a:avLst/>
            <a:gdLst/>
            <a:ahLst/>
            <a:cxnLst/>
            <a:rect l="l" t="t" r="r" b="b"/>
            <a:pathLst>
              <a:path w="1115060">
                <a:moveTo>
                  <a:pt x="111506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5184656" y="1437384"/>
            <a:ext cx="0" cy="366395"/>
          </a:xfrm>
          <a:custGeom>
            <a:avLst/>
            <a:gdLst/>
            <a:ahLst/>
            <a:cxnLst/>
            <a:rect l="l" t="t" r="r" b="b"/>
            <a:pathLst>
              <a:path h="366394">
                <a:moveTo>
                  <a:pt x="0" y="0"/>
                </a:moveTo>
                <a:lnTo>
                  <a:pt x="0" y="366141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4503301" y="1803527"/>
            <a:ext cx="681355" cy="0"/>
          </a:xfrm>
          <a:custGeom>
            <a:avLst/>
            <a:gdLst/>
            <a:ahLst/>
            <a:cxnLst/>
            <a:rect l="l" t="t" r="r" b="b"/>
            <a:pathLst>
              <a:path w="681354">
                <a:moveTo>
                  <a:pt x="681354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4503303" y="1803527"/>
            <a:ext cx="0" cy="130810"/>
          </a:xfrm>
          <a:custGeom>
            <a:avLst/>
            <a:gdLst/>
            <a:ahLst/>
            <a:cxnLst/>
            <a:rect l="l" t="t" r="r" b="b"/>
            <a:pathLst>
              <a:path h="130810">
                <a:moveTo>
                  <a:pt x="0" y="0"/>
                </a:moveTo>
                <a:lnTo>
                  <a:pt x="0" y="130429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4131701" y="1933955"/>
            <a:ext cx="372110" cy="0"/>
          </a:xfrm>
          <a:custGeom>
            <a:avLst/>
            <a:gdLst/>
            <a:ahLst/>
            <a:cxnLst/>
            <a:rect l="l" t="t" r="r" b="b"/>
            <a:pathLst>
              <a:path w="372110">
                <a:moveTo>
                  <a:pt x="371601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4131698" y="1933955"/>
            <a:ext cx="0" cy="133350"/>
          </a:xfrm>
          <a:custGeom>
            <a:avLst/>
            <a:gdLst/>
            <a:ahLst/>
            <a:cxnLst/>
            <a:rect l="l" t="t" r="r" b="b"/>
            <a:pathLst>
              <a:path h="133350">
                <a:moveTo>
                  <a:pt x="0" y="0"/>
                </a:moveTo>
                <a:lnTo>
                  <a:pt x="0" y="132969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4503303" y="1933955"/>
            <a:ext cx="372110" cy="0"/>
          </a:xfrm>
          <a:custGeom>
            <a:avLst/>
            <a:gdLst/>
            <a:ahLst/>
            <a:cxnLst/>
            <a:rect l="l" t="t" r="r" b="b"/>
            <a:pathLst>
              <a:path w="372110">
                <a:moveTo>
                  <a:pt x="0" y="0"/>
                </a:moveTo>
                <a:lnTo>
                  <a:pt x="371729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4875027" y="1933955"/>
            <a:ext cx="0" cy="42545"/>
          </a:xfrm>
          <a:custGeom>
            <a:avLst/>
            <a:gdLst/>
            <a:ahLst/>
            <a:cxnLst/>
            <a:rect l="l" t="t" r="r" b="b"/>
            <a:pathLst>
              <a:path h="42544">
                <a:moveTo>
                  <a:pt x="0" y="0"/>
                </a:moveTo>
                <a:lnTo>
                  <a:pt x="0" y="42418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4627250" y="1976372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5">
                <a:moveTo>
                  <a:pt x="24777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4627252" y="1976372"/>
            <a:ext cx="0" cy="90805"/>
          </a:xfrm>
          <a:custGeom>
            <a:avLst/>
            <a:gdLst/>
            <a:ahLst/>
            <a:cxnLst/>
            <a:rect l="l" t="t" r="r" b="b"/>
            <a:pathLst>
              <a:path h="90805">
                <a:moveTo>
                  <a:pt x="0" y="0"/>
                </a:moveTo>
                <a:lnTo>
                  <a:pt x="0" y="90551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4875027" y="1976372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5">
                <a:moveTo>
                  <a:pt x="0" y="0"/>
                </a:moveTo>
                <a:lnTo>
                  <a:pt x="247777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5122806" y="1976372"/>
            <a:ext cx="0" cy="90805"/>
          </a:xfrm>
          <a:custGeom>
            <a:avLst/>
            <a:gdLst/>
            <a:ahLst/>
            <a:cxnLst/>
            <a:rect l="l" t="t" r="r" b="b"/>
            <a:pathLst>
              <a:path h="90805">
                <a:moveTo>
                  <a:pt x="0" y="0"/>
                </a:moveTo>
                <a:lnTo>
                  <a:pt x="0" y="90551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5184656" y="1803527"/>
            <a:ext cx="681990" cy="0"/>
          </a:xfrm>
          <a:custGeom>
            <a:avLst/>
            <a:gdLst/>
            <a:ahLst/>
            <a:cxnLst/>
            <a:rect l="l" t="t" r="r" b="b"/>
            <a:pathLst>
              <a:path w="681989">
                <a:moveTo>
                  <a:pt x="0" y="0"/>
                </a:moveTo>
                <a:lnTo>
                  <a:pt x="681482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5866134" y="1803527"/>
            <a:ext cx="0" cy="125730"/>
          </a:xfrm>
          <a:custGeom>
            <a:avLst/>
            <a:gdLst/>
            <a:ahLst/>
            <a:cxnLst/>
            <a:rect l="l" t="t" r="r" b="b"/>
            <a:pathLst>
              <a:path h="125730">
                <a:moveTo>
                  <a:pt x="0" y="0"/>
                </a:moveTo>
                <a:lnTo>
                  <a:pt x="0" y="125476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5618358" y="1929001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5">
                <a:moveTo>
                  <a:pt x="24777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5618360" y="1929001"/>
            <a:ext cx="0" cy="138430"/>
          </a:xfrm>
          <a:custGeom>
            <a:avLst/>
            <a:gdLst/>
            <a:ahLst/>
            <a:cxnLst/>
            <a:rect l="l" t="t" r="r" b="b"/>
            <a:pathLst>
              <a:path h="138430">
                <a:moveTo>
                  <a:pt x="0" y="0"/>
                </a:moveTo>
                <a:lnTo>
                  <a:pt x="0" y="137922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5866134" y="1929001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5">
                <a:moveTo>
                  <a:pt x="0" y="0"/>
                </a:moveTo>
                <a:lnTo>
                  <a:pt x="247777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6113914" y="1929001"/>
            <a:ext cx="0" cy="138430"/>
          </a:xfrm>
          <a:custGeom>
            <a:avLst/>
            <a:gdLst/>
            <a:ahLst/>
            <a:cxnLst/>
            <a:rect l="l" t="t" r="r" b="b"/>
            <a:pathLst>
              <a:path h="138430">
                <a:moveTo>
                  <a:pt x="0" y="0"/>
                </a:moveTo>
                <a:lnTo>
                  <a:pt x="0" y="137922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6299714" y="1437384"/>
            <a:ext cx="1115060" cy="0"/>
          </a:xfrm>
          <a:custGeom>
            <a:avLst/>
            <a:gdLst/>
            <a:ahLst/>
            <a:cxnLst/>
            <a:rect l="l" t="t" r="r" b="b"/>
            <a:pathLst>
              <a:path w="1115059">
                <a:moveTo>
                  <a:pt x="0" y="0"/>
                </a:moveTo>
                <a:lnTo>
                  <a:pt x="1114933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7414642" y="1437384"/>
            <a:ext cx="0" cy="259715"/>
          </a:xfrm>
          <a:custGeom>
            <a:avLst/>
            <a:gdLst/>
            <a:ahLst/>
            <a:cxnLst/>
            <a:rect l="l" t="t" r="r" b="b"/>
            <a:pathLst>
              <a:path h="259714">
                <a:moveTo>
                  <a:pt x="0" y="0"/>
                </a:moveTo>
                <a:lnTo>
                  <a:pt x="0" y="259461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6857239" y="1696848"/>
            <a:ext cx="557530" cy="0"/>
          </a:xfrm>
          <a:custGeom>
            <a:avLst/>
            <a:gdLst/>
            <a:ahLst/>
            <a:cxnLst/>
            <a:rect l="l" t="t" r="r" b="b"/>
            <a:pathLst>
              <a:path w="557529">
                <a:moveTo>
                  <a:pt x="557402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6857243" y="1696848"/>
            <a:ext cx="0" cy="198120"/>
          </a:xfrm>
          <a:custGeom>
            <a:avLst/>
            <a:gdLst/>
            <a:ahLst/>
            <a:cxnLst/>
            <a:rect l="l" t="t" r="r" b="b"/>
            <a:pathLst>
              <a:path h="198119">
                <a:moveTo>
                  <a:pt x="0" y="0"/>
                </a:moveTo>
                <a:lnTo>
                  <a:pt x="0" y="197612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6609465" y="1894461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4">
                <a:moveTo>
                  <a:pt x="24777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6609469" y="1894461"/>
            <a:ext cx="0" cy="172720"/>
          </a:xfrm>
          <a:custGeom>
            <a:avLst/>
            <a:gdLst/>
            <a:ahLst/>
            <a:cxnLst/>
            <a:rect l="l" t="t" r="r" b="b"/>
            <a:pathLst>
              <a:path h="172719">
                <a:moveTo>
                  <a:pt x="0" y="0"/>
                </a:moveTo>
                <a:lnTo>
                  <a:pt x="0" y="172466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6857243" y="1894461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4">
                <a:moveTo>
                  <a:pt x="0" y="0"/>
                </a:moveTo>
                <a:lnTo>
                  <a:pt x="247777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7105017" y="1894461"/>
            <a:ext cx="0" cy="172720"/>
          </a:xfrm>
          <a:custGeom>
            <a:avLst/>
            <a:gdLst/>
            <a:ahLst/>
            <a:cxnLst/>
            <a:rect l="l" t="t" r="r" b="b"/>
            <a:pathLst>
              <a:path h="172719">
                <a:moveTo>
                  <a:pt x="0" y="0"/>
                </a:moveTo>
                <a:lnTo>
                  <a:pt x="0" y="172466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7414642" y="1696848"/>
            <a:ext cx="557530" cy="0"/>
          </a:xfrm>
          <a:custGeom>
            <a:avLst/>
            <a:gdLst/>
            <a:ahLst/>
            <a:cxnLst/>
            <a:rect l="l" t="t" r="r" b="b"/>
            <a:pathLst>
              <a:path w="557529">
                <a:moveTo>
                  <a:pt x="0" y="0"/>
                </a:moveTo>
                <a:lnTo>
                  <a:pt x="55753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7972177" y="1696848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4">
                <a:moveTo>
                  <a:pt x="0" y="0"/>
                </a:moveTo>
                <a:lnTo>
                  <a:pt x="0" y="125095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7600575" y="1821944"/>
            <a:ext cx="372110" cy="0"/>
          </a:xfrm>
          <a:custGeom>
            <a:avLst/>
            <a:gdLst/>
            <a:ahLst/>
            <a:cxnLst/>
            <a:rect l="l" t="t" r="r" b="b"/>
            <a:pathLst>
              <a:path w="372109">
                <a:moveTo>
                  <a:pt x="371601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7600577" y="1821944"/>
            <a:ext cx="0" cy="245110"/>
          </a:xfrm>
          <a:custGeom>
            <a:avLst/>
            <a:gdLst/>
            <a:ahLst/>
            <a:cxnLst/>
            <a:rect l="l" t="t" r="r" b="b"/>
            <a:pathLst>
              <a:path h="245110">
                <a:moveTo>
                  <a:pt x="0" y="0"/>
                </a:moveTo>
                <a:lnTo>
                  <a:pt x="0" y="244983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7972177" y="1821944"/>
            <a:ext cx="372110" cy="0"/>
          </a:xfrm>
          <a:custGeom>
            <a:avLst/>
            <a:gdLst/>
            <a:ahLst/>
            <a:cxnLst/>
            <a:rect l="l" t="t" r="r" b="b"/>
            <a:pathLst>
              <a:path w="372109">
                <a:moveTo>
                  <a:pt x="0" y="0"/>
                </a:moveTo>
                <a:lnTo>
                  <a:pt x="371602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8343775" y="1821944"/>
            <a:ext cx="0" cy="83820"/>
          </a:xfrm>
          <a:custGeom>
            <a:avLst/>
            <a:gdLst/>
            <a:ahLst/>
            <a:cxnLst/>
            <a:rect l="l" t="t" r="r" b="b"/>
            <a:pathLst>
              <a:path h="83819">
                <a:moveTo>
                  <a:pt x="0" y="0"/>
                </a:moveTo>
                <a:lnTo>
                  <a:pt x="0" y="83439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8095998" y="1905380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4">
                <a:moveTo>
                  <a:pt x="24777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8096002" y="1905380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0"/>
                </a:moveTo>
                <a:lnTo>
                  <a:pt x="0" y="16154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8343775" y="1905380"/>
            <a:ext cx="248285" cy="0"/>
          </a:xfrm>
          <a:custGeom>
            <a:avLst/>
            <a:gdLst/>
            <a:ahLst/>
            <a:cxnLst/>
            <a:rect l="l" t="t" r="r" b="b"/>
            <a:pathLst>
              <a:path w="248284">
                <a:moveTo>
                  <a:pt x="0" y="0"/>
                </a:moveTo>
                <a:lnTo>
                  <a:pt x="247789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8591562" y="1905380"/>
            <a:ext cx="0" cy="161925"/>
          </a:xfrm>
          <a:custGeom>
            <a:avLst/>
            <a:gdLst/>
            <a:ahLst/>
            <a:cxnLst/>
            <a:rect l="l" t="t" r="r" b="b"/>
            <a:pathLst>
              <a:path h="161925">
                <a:moveTo>
                  <a:pt x="0" y="0"/>
                </a:moveTo>
                <a:lnTo>
                  <a:pt x="0" y="16154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266700" y="10675592"/>
            <a:ext cx="0" cy="3260725"/>
          </a:xfrm>
          <a:custGeom>
            <a:avLst/>
            <a:gdLst/>
            <a:ahLst/>
            <a:cxnLst/>
            <a:rect l="l" t="t" r="r" b="b"/>
            <a:pathLst>
              <a:path h="3260725">
                <a:moveTo>
                  <a:pt x="0" y="0"/>
                </a:moveTo>
                <a:lnTo>
                  <a:pt x="0" y="3260598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266700" y="13936194"/>
            <a:ext cx="893444" cy="0"/>
          </a:xfrm>
          <a:custGeom>
            <a:avLst/>
            <a:gdLst/>
            <a:ahLst/>
            <a:cxnLst/>
            <a:rect l="l" t="t" r="r" b="b"/>
            <a:pathLst>
              <a:path w="893444">
                <a:moveTo>
                  <a:pt x="0" y="0"/>
                </a:moveTo>
                <a:lnTo>
                  <a:pt x="892937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159638" y="13936194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4">
                <a:moveTo>
                  <a:pt x="0" y="0"/>
                </a:moveTo>
                <a:lnTo>
                  <a:pt x="0" y="425577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59638" y="14361767"/>
            <a:ext cx="196850" cy="0"/>
          </a:xfrm>
          <a:custGeom>
            <a:avLst/>
            <a:gdLst/>
            <a:ahLst/>
            <a:cxnLst/>
            <a:rect l="l" t="t" r="r" b="b"/>
            <a:pathLst>
              <a:path w="196850">
                <a:moveTo>
                  <a:pt x="0" y="0"/>
                </a:moveTo>
                <a:lnTo>
                  <a:pt x="196596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59638" y="13510616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4">
                <a:moveTo>
                  <a:pt x="0" y="425577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59638" y="13510619"/>
            <a:ext cx="73660" cy="0"/>
          </a:xfrm>
          <a:custGeom>
            <a:avLst/>
            <a:gdLst/>
            <a:ahLst/>
            <a:cxnLst/>
            <a:rect l="l" t="t" r="r" b="b"/>
            <a:pathLst>
              <a:path w="73659">
                <a:moveTo>
                  <a:pt x="0" y="0"/>
                </a:moveTo>
                <a:lnTo>
                  <a:pt x="7366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233295" y="13510619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743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233295" y="13875359"/>
            <a:ext cx="123189" cy="0"/>
          </a:xfrm>
          <a:custGeom>
            <a:avLst/>
            <a:gdLst/>
            <a:ahLst/>
            <a:cxnLst/>
            <a:rect l="l" t="t" r="r" b="b"/>
            <a:pathLst>
              <a:path w="123190">
                <a:moveTo>
                  <a:pt x="0" y="0"/>
                </a:moveTo>
                <a:lnTo>
                  <a:pt x="122936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233295" y="13145748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36487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233295" y="13145742"/>
            <a:ext cx="37465" cy="0"/>
          </a:xfrm>
          <a:custGeom>
            <a:avLst/>
            <a:gdLst/>
            <a:ahLst/>
            <a:cxnLst/>
            <a:rect l="l" t="t" r="r" b="b"/>
            <a:pathLst>
              <a:path w="37465">
                <a:moveTo>
                  <a:pt x="0" y="0"/>
                </a:moveTo>
                <a:lnTo>
                  <a:pt x="37465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1270763" y="13145742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5">
                <a:moveTo>
                  <a:pt x="0" y="0"/>
                </a:moveTo>
                <a:lnTo>
                  <a:pt x="0" y="24320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1270763" y="13388952"/>
            <a:ext cx="85725" cy="0"/>
          </a:xfrm>
          <a:custGeom>
            <a:avLst/>
            <a:gdLst/>
            <a:ahLst/>
            <a:cxnLst/>
            <a:rect l="l" t="t" r="r" b="b"/>
            <a:pathLst>
              <a:path w="85725">
                <a:moveTo>
                  <a:pt x="0" y="0"/>
                </a:moveTo>
                <a:lnTo>
                  <a:pt x="85471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1270763" y="12902537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5">
                <a:moveTo>
                  <a:pt x="0" y="243204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1270763" y="12902531"/>
            <a:ext cx="85725" cy="0"/>
          </a:xfrm>
          <a:custGeom>
            <a:avLst/>
            <a:gdLst/>
            <a:ahLst/>
            <a:cxnLst/>
            <a:rect l="l" t="t" r="r" b="b"/>
            <a:pathLst>
              <a:path w="85725">
                <a:moveTo>
                  <a:pt x="0" y="0"/>
                </a:moveTo>
                <a:lnTo>
                  <a:pt x="85471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266700" y="7415120"/>
            <a:ext cx="0" cy="3260725"/>
          </a:xfrm>
          <a:custGeom>
            <a:avLst/>
            <a:gdLst/>
            <a:ahLst/>
            <a:cxnLst/>
            <a:rect l="l" t="t" r="r" b="b"/>
            <a:pathLst>
              <a:path h="3260725">
                <a:moveTo>
                  <a:pt x="0" y="3260471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266700" y="7415122"/>
            <a:ext cx="430530" cy="0"/>
          </a:xfrm>
          <a:custGeom>
            <a:avLst/>
            <a:gdLst/>
            <a:ahLst/>
            <a:cxnLst/>
            <a:rect l="l" t="t" r="r" b="b"/>
            <a:pathLst>
              <a:path w="430530">
                <a:moveTo>
                  <a:pt x="0" y="0"/>
                </a:moveTo>
                <a:lnTo>
                  <a:pt x="430403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697104" y="7415122"/>
            <a:ext cx="0" cy="2948940"/>
          </a:xfrm>
          <a:custGeom>
            <a:avLst/>
            <a:gdLst/>
            <a:ahLst/>
            <a:cxnLst/>
            <a:rect l="l" t="t" r="r" b="b"/>
            <a:pathLst>
              <a:path h="2948940">
                <a:moveTo>
                  <a:pt x="0" y="0"/>
                </a:moveTo>
                <a:lnTo>
                  <a:pt x="0" y="294894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697104" y="10364058"/>
            <a:ext cx="300990" cy="0"/>
          </a:xfrm>
          <a:custGeom>
            <a:avLst/>
            <a:gdLst/>
            <a:ahLst/>
            <a:cxnLst/>
            <a:rect l="l" t="t" r="r" b="b"/>
            <a:pathLst>
              <a:path w="300990">
                <a:moveTo>
                  <a:pt x="0" y="0"/>
                </a:moveTo>
                <a:lnTo>
                  <a:pt x="300609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997713" y="10364058"/>
            <a:ext cx="0" cy="1626870"/>
          </a:xfrm>
          <a:custGeom>
            <a:avLst/>
            <a:gdLst/>
            <a:ahLst/>
            <a:cxnLst/>
            <a:rect l="l" t="t" r="r" b="b"/>
            <a:pathLst>
              <a:path h="1626870">
                <a:moveTo>
                  <a:pt x="0" y="0"/>
                </a:moveTo>
                <a:lnTo>
                  <a:pt x="0" y="162637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997713" y="11990426"/>
            <a:ext cx="132715" cy="0"/>
          </a:xfrm>
          <a:custGeom>
            <a:avLst/>
            <a:gdLst/>
            <a:ahLst/>
            <a:cxnLst/>
            <a:rect l="l" t="t" r="r" b="b"/>
            <a:pathLst>
              <a:path w="132715">
                <a:moveTo>
                  <a:pt x="0" y="0"/>
                </a:moveTo>
                <a:lnTo>
                  <a:pt x="132207" y="0"/>
                </a:lnTo>
              </a:path>
            </a:pathLst>
          </a:custGeom>
          <a:ln w="25399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1129921" y="11990426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4">
                <a:moveTo>
                  <a:pt x="0" y="0"/>
                </a:moveTo>
                <a:lnTo>
                  <a:pt x="0" y="425703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1129921" y="12416124"/>
            <a:ext cx="226695" cy="0"/>
          </a:xfrm>
          <a:custGeom>
            <a:avLst/>
            <a:gdLst/>
            <a:ahLst/>
            <a:cxnLst/>
            <a:rect l="l" t="t" r="r" b="b"/>
            <a:pathLst>
              <a:path w="226694">
                <a:moveTo>
                  <a:pt x="0" y="0"/>
                </a:moveTo>
                <a:lnTo>
                  <a:pt x="226314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1129921" y="11564849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4">
                <a:moveTo>
                  <a:pt x="0" y="425577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1129921" y="11564852"/>
            <a:ext cx="118110" cy="0"/>
          </a:xfrm>
          <a:custGeom>
            <a:avLst/>
            <a:gdLst/>
            <a:ahLst/>
            <a:cxnLst/>
            <a:rect l="l" t="t" r="r" b="b"/>
            <a:pathLst>
              <a:path w="118109">
                <a:moveTo>
                  <a:pt x="0" y="0"/>
                </a:moveTo>
                <a:lnTo>
                  <a:pt x="11811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1248028" y="11564852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858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1248028" y="11929717"/>
            <a:ext cx="108585" cy="0"/>
          </a:xfrm>
          <a:custGeom>
            <a:avLst/>
            <a:gdLst/>
            <a:ahLst/>
            <a:cxnLst/>
            <a:rect l="l" t="t" r="r" b="b"/>
            <a:pathLst>
              <a:path w="108584">
                <a:moveTo>
                  <a:pt x="0" y="0"/>
                </a:moveTo>
                <a:lnTo>
                  <a:pt x="108204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1248028" y="11200096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364756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1248028" y="11200099"/>
            <a:ext cx="10795" cy="0"/>
          </a:xfrm>
          <a:custGeom>
            <a:avLst/>
            <a:gdLst/>
            <a:ahLst/>
            <a:cxnLst/>
            <a:rect l="l" t="t" r="r" b="b"/>
            <a:pathLst>
              <a:path w="10794">
                <a:moveTo>
                  <a:pt x="0" y="0"/>
                </a:moveTo>
                <a:lnTo>
                  <a:pt x="10795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1258825" y="11200099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0"/>
                </a:moveTo>
                <a:lnTo>
                  <a:pt x="0" y="24320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1258825" y="11443309"/>
            <a:ext cx="97790" cy="0"/>
          </a:xfrm>
          <a:custGeom>
            <a:avLst/>
            <a:gdLst/>
            <a:ahLst/>
            <a:cxnLst/>
            <a:rect l="l" t="t" r="r" b="b"/>
            <a:pathLst>
              <a:path w="97790">
                <a:moveTo>
                  <a:pt x="0" y="0"/>
                </a:moveTo>
                <a:lnTo>
                  <a:pt x="97409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1258825" y="10956906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243192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1258825" y="10956902"/>
            <a:ext cx="97790" cy="0"/>
          </a:xfrm>
          <a:custGeom>
            <a:avLst/>
            <a:gdLst/>
            <a:ahLst/>
            <a:cxnLst/>
            <a:rect l="l" t="t" r="r" b="b"/>
            <a:pathLst>
              <a:path w="97790">
                <a:moveTo>
                  <a:pt x="0" y="0"/>
                </a:moveTo>
                <a:lnTo>
                  <a:pt x="97409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997713" y="8737582"/>
            <a:ext cx="0" cy="1626870"/>
          </a:xfrm>
          <a:custGeom>
            <a:avLst/>
            <a:gdLst/>
            <a:ahLst/>
            <a:cxnLst/>
            <a:rect l="l" t="t" r="r" b="b"/>
            <a:pathLst>
              <a:path h="1626870">
                <a:moveTo>
                  <a:pt x="0" y="1626476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997713" y="8737576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5692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1073403" y="8737576"/>
            <a:ext cx="0" cy="1003300"/>
          </a:xfrm>
          <a:custGeom>
            <a:avLst/>
            <a:gdLst/>
            <a:ahLst/>
            <a:cxnLst/>
            <a:rect l="l" t="t" r="r" b="b"/>
            <a:pathLst>
              <a:path h="1003300">
                <a:moveTo>
                  <a:pt x="0" y="0"/>
                </a:moveTo>
                <a:lnTo>
                  <a:pt x="0" y="100316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1073403" y="9740740"/>
            <a:ext cx="131445" cy="0"/>
          </a:xfrm>
          <a:custGeom>
            <a:avLst/>
            <a:gdLst/>
            <a:ahLst/>
            <a:cxnLst/>
            <a:rect l="l" t="t" r="r" b="b"/>
            <a:pathLst>
              <a:path w="131444">
                <a:moveTo>
                  <a:pt x="0" y="0"/>
                </a:moveTo>
                <a:lnTo>
                  <a:pt x="131318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1204720" y="9740740"/>
            <a:ext cx="0" cy="487045"/>
          </a:xfrm>
          <a:custGeom>
            <a:avLst/>
            <a:gdLst/>
            <a:ahLst/>
            <a:cxnLst/>
            <a:rect l="l" t="t" r="r" b="b"/>
            <a:pathLst>
              <a:path h="487045">
                <a:moveTo>
                  <a:pt x="0" y="0"/>
                </a:moveTo>
                <a:lnTo>
                  <a:pt x="0" y="486422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1204720" y="1022716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0" y="0"/>
                </a:moveTo>
                <a:lnTo>
                  <a:pt x="47371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1252090" y="10227161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0"/>
                </a:moveTo>
                <a:lnTo>
                  <a:pt x="0" y="243192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1252090" y="10470358"/>
            <a:ext cx="104139" cy="0"/>
          </a:xfrm>
          <a:custGeom>
            <a:avLst/>
            <a:gdLst/>
            <a:ahLst/>
            <a:cxnLst/>
            <a:rect l="l" t="t" r="r" b="b"/>
            <a:pathLst>
              <a:path w="104140">
                <a:moveTo>
                  <a:pt x="0" y="0"/>
                </a:moveTo>
                <a:lnTo>
                  <a:pt x="104139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1252090" y="9983956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243204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1252090" y="9983951"/>
            <a:ext cx="104139" cy="0"/>
          </a:xfrm>
          <a:custGeom>
            <a:avLst/>
            <a:gdLst/>
            <a:ahLst/>
            <a:cxnLst/>
            <a:rect l="l" t="t" r="r" b="b"/>
            <a:pathLst>
              <a:path w="104140">
                <a:moveTo>
                  <a:pt x="0" y="0"/>
                </a:moveTo>
                <a:lnTo>
                  <a:pt x="104139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1204720" y="9254331"/>
            <a:ext cx="0" cy="486409"/>
          </a:xfrm>
          <a:custGeom>
            <a:avLst/>
            <a:gdLst/>
            <a:ahLst/>
            <a:cxnLst/>
            <a:rect l="l" t="t" r="r" b="b"/>
            <a:pathLst>
              <a:path h="486409">
                <a:moveTo>
                  <a:pt x="0" y="48641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1204720" y="9254333"/>
            <a:ext cx="28575" cy="0"/>
          </a:xfrm>
          <a:custGeom>
            <a:avLst/>
            <a:gdLst/>
            <a:ahLst/>
            <a:cxnLst/>
            <a:rect l="l" t="t" r="r" b="b"/>
            <a:pathLst>
              <a:path w="28575">
                <a:moveTo>
                  <a:pt x="0" y="0"/>
                </a:moveTo>
                <a:lnTo>
                  <a:pt x="28575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1233295" y="9254333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0"/>
                </a:moveTo>
                <a:lnTo>
                  <a:pt x="0" y="243205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1233295" y="9497544"/>
            <a:ext cx="123189" cy="0"/>
          </a:xfrm>
          <a:custGeom>
            <a:avLst/>
            <a:gdLst/>
            <a:ahLst/>
            <a:cxnLst/>
            <a:rect l="l" t="t" r="r" b="b"/>
            <a:pathLst>
              <a:path w="123190">
                <a:moveTo>
                  <a:pt x="0" y="0"/>
                </a:moveTo>
                <a:lnTo>
                  <a:pt x="122936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1233295" y="9011141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243192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1233295" y="9011136"/>
            <a:ext cx="123189" cy="0"/>
          </a:xfrm>
          <a:custGeom>
            <a:avLst/>
            <a:gdLst/>
            <a:ahLst/>
            <a:cxnLst/>
            <a:rect l="l" t="t" r="r" b="b"/>
            <a:pathLst>
              <a:path w="123190">
                <a:moveTo>
                  <a:pt x="0" y="0"/>
                </a:moveTo>
                <a:lnTo>
                  <a:pt x="122936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1073403" y="7734276"/>
            <a:ext cx="0" cy="1003300"/>
          </a:xfrm>
          <a:custGeom>
            <a:avLst/>
            <a:gdLst/>
            <a:ahLst/>
            <a:cxnLst/>
            <a:rect l="l" t="t" r="r" b="b"/>
            <a:pathLst>
              <a:path h="1003300">
                <a:moveTo>
                  <a:pt x="0" y="100330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073403" y="7734276"/>
            <a:ext cx="41910" cy="0"/>
          </a:xfrm>
          <a:custGeom>
            <a:avLst/>
            <a:gdLst/>
            <a:ahLst/>
            <a:cxnLst/>
            <a:rect l="l" t="t" r="r" b="b"/>
            <a:pathLst>
              <a:path w="41909">
                <a:moveTo>
                  <a:pt x="0" y="0"/>
                </a:moveTo>
                <a:lnTo>
                  <a:pt x="4191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115311" y="7734276"/>
            <a:ext cx="0" cy="547370"/>
          </a:xfrm>
          <a:custGeom>
            <a:avLst/>
            <a:gdLst/>
            <a:ahLst/>
            <a:cxnLst/>
            <a:rect l="l" t="t" r="r" b="b"/>
            <a:pathLst>
              <a:path h="547370">
                <a:moveTo>
                  <a:pt x="0" y="0"/>
                </a:moveTo>
                <a:lnTo>
                  <a:pt x="0" y="547243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1115311" y="8281518"/>
            <a:ext cx="110489" cy="0"/>
          </a:xfrm>
          <a:custGeom>
            <a:avLst/>
            <a:gdLst/>
            <a:ahLst/>
            <a:cxnLst/>
            <a:rect l="l" t="t" r="r" b="b"/>
            <a:pathLst>
              <a:path w="110490">
                <a:moveTo>
                  <a:pt x="0" y="0"/>
                </a:moveTo>
                <a:lnTo>
                  <a:pt x="110109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1225425" y="8281518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0"/>
                </a:moveTo>
                <a:lnTo>
                  <a:pt x="0" y="243192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1225425" y="8524716"/>
            <a:ext cx="130810" cy="0"/>
          </a:xfrm>
          <a:custGeom>
            <a:avLst/>
            <a:gdLst/>
            <a:ahLst/>
            <a:cxnLst/>
            <a:rect l="l" t="t" r="r" b="b"/>
            <a:pathLst>
              <a:path w="130809">
                <a:moveTo>
                  <a:pt x="0" y="0"/>
                </a:moveTo>
                <a:lnTo>
                  <a:pt x="13081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1225425" y="8038313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243204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1225425" y="8038308"/>
            <a:ext cx="130810" cy="0"/>
          </a:xfrm>
          <a:custGeom>
            <a:avLst/>
            <a:gdLst/>
            <a:ahLst/>
            <a:cxnLst/>
            <a:rect l="l" t="t" r="r" b="b"/>
            <a:pathLst>
              <a:path w="130809">
                <a:moveTo>
                  <a:pt x="0" y="0"/>
                </a:moveTo>
                <a:lnTo>
                  <a:pt x="13081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1115311" y="7187033"/>
            <a:ext cx="0" cy="547370"/>
          </a:xfrm>
          <a:custGeom>
            <a:avLst/>
            <a:gdLst/>
            <a:ahLst/>
            <a:cxnLst/>
            <a:rect l="l" t="t" r="r" b="b"/>
            <a:pathLst>
              <a:path h="547370">
                <a:moveTo>
                  <a:pt x="0" y="547243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1115311" y="7187030"/>
            <a:ext cx="104139" cy="0"/>
          </a:xfrm>
          <a:custGeom>
            <a:avLst/>
            <a:gdLst/>
            <a:ahLst/>
            <a:cxnLst/>
            <a:rect l="l" t="t" r="r" b="b"/>
            <a:pathLst>
              <a:path w="104140">
                <a:moveTo>
                  <a:pt x="0" y="0"/>
                </a:moveTo>
                <a:lnTo>
                  <a:pt x="103886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1219200" y="7187030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871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1219200" y="7551901"/>
            <a:ext cx="137160" cy="0"/>
          </a:xfrm>
          <a:custGeom>
            <a:avLst/>
            <a:gdLst/>
            <a:ahLst/>
            <a:cxnLst/>
            <a:rect l="l" t="t" r="r" b="b"/>
            <a:pathLst>
              <a:path w="137159">
                <a:moveTo>
                  <a:pt x="0" y="0"/>
                </a:moveTo>
                <a:lnTo>
                  <a:pt x="137033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1219200" y="6822286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364744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219200" y="6822283"/>
            <a:ext cx="23495" cy="0"/>
          </a:xfrm>
          <a:custGeom>
            <a:avLst/>
            <a:gdLst/>
            <a:ahLst/>
            <a:cxnLst/>
            <a:rect l="l" t="t" r="r" b="b"/>
            <a:pathLst>
              <a:path w="23494">
                <a:moveTo>
                  <a:pt x="0" y="0"/>
                </a:moveTo>
                <a:lnTo>
                  <a:pt x="22987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242188" y="6822283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0"/>
                </a:moveTo>
                <a:lnTo>
                  <a:pt x="0" y="24320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242188" y="7065493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4046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1242188" y="6579078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243204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1242188" y="657908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4046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697104" y="4466182"/>
            <a:ext cx="0" cy="2948940"/>
          </a:xfrm>
          <a:custGeom>
            <a:avLst/>
            <a:gdLst/>
            <a:ahLst/>
            <a:cxnLst/>
            <a:rect l="l" t="t" r="r" b="b"/>
            <a:pathLst>
              <a:path h="2948940">
                <a:moveTo>
                  <a:pt x="0" y="2948940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697104" y="4466179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4">
                <a:moveTo>
                  <a:pt x="0" y="0"/>
                </a:moveTo>
                <a:lnTo>
                  <a:pt x="191008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888113" y="4466179"/>
            <a:ext cx="0" cy="1170940"/>
          </a:xfrm>
          <a:custGeom>
            <a:avLst/>
            <a:gdLst/>
            <a:ahLst/>
            <a:cxnLst/>
            <a:rect l="l" t="t" r="r" b="b"/>
            <a:pathLst>
              <a:path h="1170939">
                <a:moveTo>
                  <a:pt x="0" y="0"/>
                </a:moveTo>
                <a:lnTo>
                  <a:pt x="0" y="1170432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888113" y="5636613"/>
            <a:ext cx="258445" cy="0"/>
          </a:xfrm>
          <a:custGeom>
            <a:avLst/>
            <a:gdLst/>
            <a:ahLst/>
            <a:cxnLst/>
            <a:rect l="l" t="t" r="r" b="b"/>
            <a:pathLst>
              <a:path w="258444">
                <a:moveTo>
                  <a:pt x="0" y="0"/>
                </a:moveTo>
                <a:lnTo>
                  <a:pt x="258445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1146553" y="5636613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4">
                <a:moveTo>
                  <a:pt x="0" y="0"/>
                </a:moveTo>
                <a:lnTo>
                  <a:pt x="0" y="456056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bg object 144"/>
          <p:cNvSpPr/>
          <p:nvPr/>
        </p:nvSpPr>
        <p:spPr>
          <a:xfrm>
            <a:off x="1146553" y="6092672"/>
            <a:ext cx="210185" cy="0"/>
          </a:xfrm>
          <a:custGeom>
            <a:avLst/>
            <a:gdLst/>
            <a:ahLst/>
            <a:cxnLst/>
            <a:rect l="l" t="t" r="r" b="b"/>
            <a:pathLst>
              <a:path w="210184">
                <a:moveTo>
                  <a:pt x="0" y="0"/>
                </a:moveTo>
                <a:lnTo>
                  <a:pt x="209677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bg object 145"/>
          <p:cNvSpPr/>
          <p:nvPr/>
        </p:nvSpPr>
        <p:spPr>
          <a:xfrm>
            <a:off x="1146553" y="5180556"/>
            <a:ext cx="0" cy="456565"/>
          </a:xfrm>
          <a:custGeom>
            <a:avLst/>
            <a:gdLst/>
            <a:ahLst/>
            <a:cxnLst/>
            <a:rect l="l" t="t" r="r" b="b"/>
            <a:pathLst>
              <a:path h="456564">
                <a:moveTo>
                  <a:pt x="0" y="456056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bg object 146"/>
          <p:cNvSpPr/>
          <p:nvPr/>
        </p:nvSpPr>
        <p:spPr>
          <a:xfrm>
            <a:off x="1146553" y="5180554"/>
            <a:ext cx="68580" cy="0"/>
          </a:xfrm>
          <a:custGeom>
            <a:avLst/>
            <a:gdLst/>
            <a:ahLst/>
            <a:cxnLst/>
            <a:rect l="l" t="t" r="r" b="b"/>
            <a:pathLst>
              <a:path w="68580">
                <a:moveTo>
                  <a:pt x="0" y="0"/>
                </a:moveTo>
                <a:lnTo>
                  <a:pt x="68072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bg object 147"/>
          <p:cNvSpPr/>
          <p:nvPr/>
        </p:nvSpPr>
        <p:spPr>
          <a:xfrm>
            <a:off x="1214629" y="5180554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5">
                <a:moveTo>
                  <a:pt x="0" y="0"/>
                </a:moveTo>
                <a:lnTo>
                  <a:pt x="0" y="42570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bg object 148"/>
          <p:cNvSpPr/>
          <p:nvPr/>
        </p:nvSpPr>
        <p:spPr>
          <a:xfrm>
            <a:off x="1214629" y="5606258"/>
            <a:ext cx="141605" cy="0"/>
          </a:xfrm>
          <a:custGeom>
            <a:avLst/>
            <a:gdLst/>
            <a:ahLst/>
            <a:cxnLst/>
            <a:rect l="l" t="t" r="r" b="b"/>
            <a:pathLst>
              <a:path w="141605">
                <a:moveTo>
                  <a:pt x="0" y="0"/>
                </a:moveTo>
                <a:lnTo>
                  <a:pt x="141605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bg object 149"/>
          <p:cNvSpPr/>
          <p:nvPr/>
        </p:nvSpPr>
        <p:spPr>
          <a:xfrm>
            <a:off x="1214629" y="4754977"/>
            <a:ext cx="0" cy="426084"/>
          </a:xfrm>
          <a:custGeom>
            <a:avLst/>
            <a:gdLst/>
            <a:ahLst/>
            <a:cxnLst/>
            <a:rect l="l" t="t" r="r" b="b"/>
            <a:pathLst>
              <a:path h="426085">
                <a:moveTo>
                  <a:pt x="0" y="425576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bg object 150"/>
          <p:cNvSpPr/>
          <p:nvPr/>
        </p:nvSpPr>
        <p:spPr>
          <a:xfrm>
            <a:off x="1214629" y="4754980"/>
            <a:ext cx="15240" cy="0"/>
          </a:xfrm>
          <a:custGeom>
            <a:avLst/>
            <a:gdLst/>
            <a:ahLst/>
            <a:cxnLst/>
            <a:rect l="l" t="t" r="r" b="b"/>
            <a:pathLst>
              <a:path w="15240">
                <a:moveTo>
                  <a:pt x="0" y="0"/>
                </a:moveTo>
                <a:lnTo>
                  <a:pt x="15113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bg object 151"/>
          <p:cNvSpPr/>
          <p:nvPr/>
        </p:nvSpPr>
        <p:spPr>
          <a:xfrm>
            <a:off x="1229742" y="4754980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74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bg object 152"/>
          <p:cNvSpPr/>
          <p:nvPr/>
        </p:nvSpPr>
        <p:spPr>
          <a:xfrm>
            <a:off x="1229742" y="5119726"/>
            <a:ext cx="127000" cy="0"/>
          </a:xfrm>
          <a:custGeom>
            <a:avLst/>
            <a:gdLst/>
            <a:ahLst/>
            <a:cxnLst/>
            <a:rect l="l" t="t" r="r" b="b"/>
            <a:pathLst>
              <a:path w="127000">
                <a:moveTo>
                  <a:pt x="0" y="0"/>
                </a:moveTo>
                <a:lnTo>
                  <a:pt x="126492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bg object 153"/>
          <p:cNvSpPr/>
          <p:nvPr/>
        </p:nvSpPr>
        <p:spPr>
          <a:xfrm>
            <a:off x="1229742" y="4390109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364871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bg object 154"/>
          <p:cNvSpPr/>
          <p:nvPr/>
        </p:nvSpPr>
        <p:spPr>
          <a:xfrm>
            <a:off x="1229742" y="4390109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257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bg object 155"/>
          <p:cNvSpPr/>
          <p:nvPr/>
        </p:nvSpPr>
        <p:spPr>
          <a:xfrm>
            <a:off x="1254000" y="4390109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0"/>
                </a:moveTo>
                <a:lnTo>
                  <a:pt x="0" y="24320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bg object 156"/>
          <p:cNvSpPr/>
          <p:nvPr/>
        </p:nvSpPr>
        <p:spPr>
          <a:xfrm>
            <a:off x="1254000" y="4633313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>
                <a:moveTo>
                  <a:pt x="0" y="0"/>
                </a:moveTo>
                <a:lnTo>
                  <a:pt x="102235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bg object 157"/>
          <p:cNvSpPr/>
          <p:nvPr/>
        </p:nvSpPr>
        <p:spPr>
          <a:xfrm>
            <a:off x="1254000" y="4146904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4">
                <a:moveTo>
                  <a:pt x="0" y="243204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bg object 158"/>
          <p:cNvSpPr/>
          <p:nvPr/>
        </p:nvSpPr>
        <p:spPr>
          <a:xfrm>
            <a:off x="1254000" y="4146905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>
                <a:moveTo>
                  <a:pt x="0" y="0"/>
                </a:moveTo>
                <a:lnTo>
                  <a:pt x="102235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bg object 159"/>
          <p:cNvSpPr/>
          <p:nvPr/>
        </p:nvSpPr>
        <p:spPr>
          <a:xfrm>
            <a:off x="888113" y="3295747"/>
            <a:ext cx="0" cy="1170940"/>
          </a:xfrm>
          <a:custGeom>
            <a:avLst/>
            <a:gdLst/>
            <a:ahLst/>
            <a:cxnLst/>
            <a:rect l="l" t="t" r="r" b="b"/>
            <a:pathLst>
              <a:path h="1170939">
                <a:moveTo>
                  <a:pt x="0" y="1170431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bg object 160"/>
          <p:cNvSpPr/>
          <p:nvPr/>
        </p:nvSpPr>
        <p:spPr>
          <a:xfrm>
            <a:off x="888113" y="3295751"/>
            <a:ext cx="130175" cy="0"/>
          </a:xfrm>
          <a:custGeom>
            <a:avLst/>
            <a:gdLst/>
            <a:ahLst/>
            <a:cxnLst/>
            <a:rect l="l" t="t" r="r" b="b"/>
            <a:pathLst>
              <a:path w="130175">
                <a:moveTo>
                  <a:pt x="0" y="0"/>
                </a:moveTo>
                <a:lnTo>
                  <a:pt x="130048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bg object 161"/>
          <p:cNvSpPr/>
          <p:nvPr/>
        </p:nvSpPr>
        <p:spPr>
          <a:xfrm>
            <a:off x="1018157" y="3295751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74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bg object 162"/>
          <p:cNvSpPr/>
          <p:nvPr/>
        </p:nvSpPr>
        <p:spPr>
          <a:xfrm>
            <a:off x="1018157" y="3660491"/>
            <a:ext cx="338455" cy="0"/>
          </a:xfrm>
          <a:custGeom>
            <a:avLst/>
            <a:gdLst/>
            <a:ahLst/>
            <a:cxnLst/>
            <a:rect l="l" t="t" r="r" b="b"/>
            <a:pathLst>
              <a:path w="338455">
                <a:moveTo>
                  <a:pt x="0" y="0"/>
                </a:moveTo>
                <a:lnTo>
                  <a:pt x="338074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bg object 163"/>
          <p:cNvSpPr/>
          <p:nvPr/>
        </p:nvSpPr>
        <p:spPr>
          <a:xfrm>
            <a:off x="1018157" y="2930880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364871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bg object 164"/>
          <p:cNvSpPr/>
          <p:nvPr/>
        </p:nvSpPr>
        <p:spPr>
          <a:xfrm>
            <a:off x="1018157" y="2930880"/>
            <a:ext cx="226060" cy="0"/>
          </a:xfrm>
          <a:custGeom>
            <a:avLst/>
            <a:gdLst/>
            <a:ahLst/>
            <a:cxnLst/>
            <a:rect l="l" t="t" r="r" b="b"/>
            <a:pathLst>
              <a:path w="226059">
                <a:moveTo>
                  <a:pt x="0" y="0"/>
                </a:moveTo>
                <a:lnTo>
                  <a:pt x="225806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bg object 165"/>
          <p:cNvSpPr/>
          <p:nvPr/>
        </p:nvSpPr>
        <p:spPr>
          <a:xfrm>
            <a:off x="1243967" y="2930880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5">
                <a:moveTo>
                  <a:pt x="0" y="0"/>
                </a:moveTo>
                <a:lnTo>
                  <a:pt x="0" y="243204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bg object 166"/>
          <p:cNvSpPr/>
          <p:nvPr/>
        </p:nvSpPr>
        <p:spPr>
          <a:xfrm>
            <a:off x="1243967" y="3174084"/>
            <a:ext cx="112395" cy="0"/>
          </a:xfrm>
          <a:custGeom>
            <a:avLst/>
            <a:gdLst/>
            <a:ahLst/>
            <a:cxnLst/>
            <a:rect l="l" t="t" r="r" b="b"/>
            <a:pathLst>
              <a:path w="112394">
                <a:moveTo>
                  <a:pt x="0" y="0"/>
                </a:moveTo>
                <a:lnTo>
                  <a:pt x="112268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bg object 167"/>
          <p:cNvSpPr/>
          <p:nvPr/>
        </p:nvSpPr>
        <p:spPr>
          <a:xfrm>
            <a:off x="1243967" y="2687675"/>
            <a:ext cx="0" cy="243204"/>
          </a:xfrm>
          <a:custGeom>
            <a:avLst/>
            <a:gdLst/>
            <a:ahLst/>
            <a:cxnLst/>
            <a:rect l="l" t="t" r="r" b="b"/>
            <a:pathLst>
              <a:path h="243205">
                <a:moveTo>
                  <a:pt x="0" y="243204"/>
                </a:moveTo>
                <a:lnTo>
                  <a:pt x="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bg object 168"/>
          <p:cNvSpPr/>
          <p:nvPr/>
        </p:nvSpPr>
        <p:spPr>
          <a:xfrm>
            <a:off x="1243967" y="2687676"/>
            <a:ext cx="112395" cy="0"/>
          </a:xfrm>
          <a:custGeom>
            <a:avLst/>
            <a:gdLst/>
            <a:ahLst/>
            <a:cxnLst/>
            <a:rect l="l" t="t" r="r" b="b"/>
            <a:pathLst>
              <a:path w="112394">
                <a:moveTo>
                  <a:pt x="0" y="0"/>
                </a:moveTo>
                <a:lnTo>
                  <a:pt x="112268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bg object 169"/>
          <p:cNvSpPr/>
          <p:nvPr/>
        </p:nvSpPr>
        <p:spPr>
          <a:xfrm>
            <a:off x="9287827" y="11904852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54000" h="50800">
                <a:moveTo>
                  <a:pt x="254000" y="0"/>
                </a:moveTo>
                <a:lnTo>
                  <a:pt x="0" y="0"/>
                </a:lnTo>
                <a:lnTo>
                  <a:pt x="0" y="50800"/>
                </a:lnTo>
                <a:lnTo>
                  <a:pt x="254000" y="50800"/>
                </a:lnTo>
                <a:lnTo>
                  <a:pt x="254000" y="0"/>
                </a:lnTo>
                <a:close/>
              </a:path>
            </a:pathLst>
          </a:custGeom>
          <a:solidFill>
            <a:srgbClr val="6CC4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bg object 170"/>
          <p:cNvSpPr/>
          <p:nvPr/>
        </p:nvSpPr>
        <p:spPr>
          <a:xfrm>
            <a:off x="9287827" y="118921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6CC4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bg object 171"/>
          <p:cNvSpPr/>
          <p:nvPr/>
        </p:nvSpPr>
        <p:spPr>
          <a:xfrm>
            <a:off x="9287827" y="118667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6EC5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bg object 172"/>
          <p:cNvSpPr/>
          <p:nvPr/>
        </p:nvSpPr>
        <p:spPr>
          <a:xfrm>
            <a:off x="9287827" y="118413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6FC5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bg object 173"/>
          <p:cNvSpPr/>
          <p:nvPr/>
        </p:nvSpPr>
        <p:spPr>
          <a:xfrm>
            <a:off x="9287827" y="118286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71C5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bg object 174"/>
          <p:cNvSpPr/>
          <p:nvPr/>
        </p:nvSpPr>
        <p:spPr>
          <a:xfrm>
            <a:off x="9287827" y="118032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73C5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bg object 175"/>
          <p:cNvSpPr/>
          <p:nvPr/>
        </p:nvSpPr>
        <p:spPr>
          <a:xfrm>
            <a:off x="9287827" y="117905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75C6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bg object 176"/>
          <p:cNvSpPr/>
          <p:nvPr/>
        </p:nvSpPr>
        <p:spPr>
          <a:xfrm>
            <a:off x="9287827" y="117651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76C6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bg object 177"/>
          <p:cNvSpPr/>
          <p:nvPr/>
        </p:nvSpPr>
        <p:spPr>
          <a:xfrm>
            <a:off x="9287827" y="117397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78C7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bg object 178"/>
          <p:cNvSpPr/>
          <p:nvPr/>
        </p:nvSpPr>
        <p:spPr>
          <a:xfrm>
            <a:off x="9287827" y="117270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79C7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bg object 179"/>
          <p:cNvSpPr/>
          <p:nvPr/>
        </p:nvSpPr>
        <p:spPr>
          <a:xfrm>
            <a:off x="9287827" y="117016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7AC8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bg object 180"/>
          <p:cNvSpPr/>
          <p:nvPr/>
        </p:nvSpPr>
        <p:spPr>
          <a:xfrm>
            <a:off x="9287827" y="116889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7BC8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bg object 181"/>
          <p:cNvSpPr/>
          <p:nvPr/>
        </p:nvSpPr>
        <p:spPr>
          <a:xfrm>
            <a:off x="9287827" y="116635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7DC9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bg object 182"/>
          <p:cNvSpPr/>
          <p:nvPr/>
        </p:nvSpPr>
        <p:spPr>
          <a:xfrm>
            <a:off x="9287827" y="116381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7EC9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bg object 183"/>
          <p:cNvSpPr/>
          <p:nvPr/>
        </p:nvSpPr>
        <p:spPr>
          <a:xfrm>
            <a:off x="9287827" y="116254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81CA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bg object 184"/>
          <p:cNvSpPr/>
          <p:nvPr/>
        </p:nvSpPr>
        <p:spPr>
          <a:xfrm>
            <a:off x="9287827" y="116000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82CA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bg object 185"/>
          <p:cNvSpPr/>
          <p:nvPr/>
        </p:nvSpPr>
        <p:spPr>
          <a:xfrm>
            <a:off x="9287827" y="115873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84CC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bg object 186"/>
          <p:cNvSpPr/>
          <p:nvPr/>
        </p:nvSpPr>
        <p:spPr>
          <a:xfrm>
            <a:off x="9287827" y="115619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85CC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bg object 187"/>
          <p:cNvSpPr/>
          <p:nvPr/>
        </p:nvSpPr>
        <p:spPr>
          <a:xfrm>
            <a:off x="9287827" y="115365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86C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bg object 188"/>
          <p:cNvSpPr/>
          <p:nvPr/>
        </p:nvSpPr>
        <p:spPr>
          <a:xfrm>
            <a:off x="9287827" y="115238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87C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bg object 189"/>
          <p:cNvSpPr/>
          <p:nvPr/>
        </p:nvSpPr>
        <p:spPr>
          <a:xfrm>
            <a:off x="9287827" y="114984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88C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bg object 190"/>
          <p:cNvSpPr/>
          <p:nvPr/>
        </p:nvSpPr>
        <p:spPr>
          <a:xfrm>
            <a:off x="9287827" y="114857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8ACE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bg object 191"/>
          <p:cNvSpPr/>
          <p:nvPr/>
        </p:nvSpPr>
        <p:spPr>
          <a:xfrm>
            <a:off x="9287827" y="114603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8BCE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bg object 192"/>
          <p:cNvSpPr/>
          <p:nvPr/>
        </p:nvSpPr>
        <p:spPr>
          <a:xfrm>
            <a:off x="9287827" y="114349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8DCF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bg object 193"/>
          <p:cNvSpPr/>
          <p:nvPr/>
        </p:nvSpPr>
        <p:spPr>
          <a:xfrm>
            <a:off x="9287827" y="114222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8ECF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bg object 194"/>
          <p:cNvSpPr/>
          <p:nvPr/>
        </p:nvSpPr>
        <p:spPr>
          <a:xfrm>
            <a:off x="9287827" y="113968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8FD0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bg object 195"/>
          <p:cNvSpPr/>
          <p:nvPr/>
        </p:nvSpPr>
        <p:spPr>
          <a:xfrm>
            <a:off x="9287827" y="113841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91D1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bg object 196"/>
          <p:cNvSpPr/>
          <p:nvPr/>
        </p:nvSpPr>
        <p:spPr>
          <a:xfrm>
            <a:off x="9287827" y="113587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92D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bg object 197"/>
          <p:cNvSpPr/>
          <p:nvPr/>
        </p:nvSpPr>
        <p:spPr>
          <a:xfrm>
            <a:off x="9287827" y="113333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93D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bg object 198"/>
          <p:cNvSpPr/>
          <p:nvPr/>
        </p:nvSpPr>
        <p:spPr>
          <a:xfrm>
            <a:off x="9287827" y="113206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94D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bg object 199"/>
          <p:cNvSpPr/>
          <p:nvPr/>
        </p:nvSpPr>
        <p:spPr>
          <a:xfrm>
            <a:off x="9287827" y="112952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95D2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bg object 200"/>
          <p:cNvSpPr/>
          <p:nvPr/>
        </p:nvSpPr>
        <p:spPr>
          <a:xfrm>
            <a:off x="9287827" y="112825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97D2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bg object 201"/>
          <p:cNvSpPr/>
          <p:nvPr/>
        </p:nvSpPr>
        <p:spPr>
          <a:xfrm>
            <a:off x="9287827" y="112571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99D2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bg object 202"/>
          <p:cNvSpPr/>
          <p:nvPr/>
        </p:nvSpPr>
        <p:spPr>
          <a:xfrm>
            <a:off x="9287827" y="112317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9BD3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bg object 203"/>
          <p:cNvSpPr/>
          <p:nvPr/>
        </p:nvSpPr>
        <p:spPr>
          <a:xfrm>
            <a:off x="9287827" y="112190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9CD3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bg object 204"/>
          <p:cNvSpPr/>
          <p:nvPr/>
        </p:nvSpPr>
        <p:spPr>
          <a:xfrm>
            <a:off x="9287827" y="111936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9DD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bg object 205"/>
          <p:cNvSpPr/>
          <p:nvPr/>
        </p:nvSpPr>
        <p:spPr>
          <a:xfrm>
            <a:off x="9287827" y="111809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9ED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bg object 206"/>
          <p:cNvSpPr/>
          <p:nvPr/>
        </p:nvSpPr>
        <p:spPr>
          <a:xfrm>
            <a:off x="9287827" y="111555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9FD5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bg object 207"/>
          <p:cNvSpPr/>
          <p:nvPr/>
        </p:nvSpPr>
        <p:spPr>
          <a:xfrm>
            <a:off x="9287827" y="111301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A0D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bg object 208"/>
          <p:cNvSpPr/>
          <p:nvPr/>
        </p:nvSpPr>
        <p:spPr>
          <a:xfrm>
            <a:off x="9287827" y="111174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A1D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bg object 209"/>
          <p:cNvSpPr/>
          <p:nvPr/>
        </p:nvSpPr>
        <p:spPr>
          <a:xfrm>
            <a:off x="9287827" y="110920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A2D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bg object 210"/>
          <p:cNvSpPr/>
          <p:nvPr/>
        </p:nvSpPr>
        <p:spPr>
          <a:xfrm>
            <a:off x="9287827" y="110793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A3D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bg object 211"/>
          <p:cNvSpPr/>
          <p:nvPr/>
        </p:nvSpPr>
        <p:spPr>
          <a:xfrm>
            <a:off x="9287827" y="110539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A6D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bg object 212"/>
          <p:cNvSpPr/>
          <p:nvPr/>
        </p:nvSpPr>
        <p:spPr>
          <a:xfrm>
            <a:off x="9287827" y="110285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A7D9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bg object 213"/>
          <p:cNvSpPr/>
          <p:nvPr/>
        </p:nvSpPr>
        <p:spPr>
          <a:xfrm>
            <a:off x="9287827" y="110158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A8DA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bg object 214"/>
          <p:cNvSpPr/>
          <p:nvPr/>
        </p:nvSpPr>
        <p:spPr>
          <a:xfrm>
            <a:off x="9287827" y="109904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A9DA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bg object 215"/>
          <p:cNvSpPr/>
          <p:nvPr/>
        </p:nvSpPr>
        <p:spPr>
          <a:xfrm>
            <a:off x="9287827" y="109777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ABDB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bg object 216"/>
          <p:cNvSpPr/>
          <p:nvPr/>
        </p:nvSpPr>
        <p:spPr>
          <a:xfrm>
            <a:off x="9287828" y="10926952"/>
            <a:ext cx="254000" cy="63500"/>
          </a:xfrm>
          <a:custGeom>
            <a:avLst/>
            <a:gdLst/>
            <a:ahLst/>
            <a:cxnLst/>
            <a:rect l="l" t="t" r="r" b="b"/>
            <a:pathLst>
              <a:path w="254000" h="635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0" y="38100"/>
                </a:lnTo>
                <a:lnTo>
                  <a:pt x="0" y="63500"/>
                </a:lnTo>
                <a:lnTo>
                  <a:pt x="254000" y="63500"/>
                </a:lnTo>
                <a:lnTo>
                  <a:pt x="254000" y="381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ACDC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bg object 217"/>
          <p:cNvSpPr/>
          <p:nvPr/>
        </p:nvSpPr>
        <p:spPr>
          <a:xfrm>
            <a:off x="9287827" y="109142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ADDD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bg object 218"/>
          <p:cNvSpPr/>
          <p:nvPr/>
        </p:nvSpPr>
        <p:spPr>
          <a:xfrm>
            <a:off x="9287827" y="108888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AFDD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bg object 219"/>
          <p:cNvSpPr/>
          <p:nvPr/>
        </p:nvSpPr>
        <p:spPr>
          <a:xfrm>
            <a:off x="9287827" y="108761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B0DE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bg object 220"/>
          <p:cNvSpPr/>
          <p:nvPr/>
        </p:nvSpPr>
        <p:spPr>
          <a:xfrm>
            <a:off x="9287827" y="108507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B1DE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bg object 221"/>
          <p:cNvSpPr/>
          <p:nvPr/>
        </p:nvSpPr>
        <p:spPr>
          <a:xfrm>
            <a:off x="9287827" y="108253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B3DE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bg object 222"/>
          <p:cNvSpPr/>
          <p:nvPr/>
        </p:nvSpPr>
        <p:spPr>
          <a:xfrm>
            <a:off x="9287827" y="108126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B4DF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bg object 223"/>
          <p:cNvSpPr/>
          <p:nvPr/>
        </p:nvSpPr>
        <p:spPr>
          <a:xfrm>
            <a:off x="9287827" y="107872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B6DF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bg object 224"/>
          <p:cNvSpPr/>
          <p:nvPr/>
        </p:nvSpPr>
        <p:spPr>
          <a:xfrm>
            <a:off x="9287827" y="107745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B7DF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bg object 225"/>
          <p:cNvSpPr/>
          <p:nvPr/>
        </p:nvSpPr>
        <p:spPr>
          <a:xfrm>
            <a:off x="9287827" y="107491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B8E0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bg object 226"/>
          <p:cNvSpPr/>
          <p:nvPr/>
        </p:nvSpPr>
        <p:spPr>
          <a:xfrm>
            <a:off x="9287827" y="107237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B8E0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bg object 227"/>
          <p:cNvSpPr/>
          <p:nvPr/>
        </p:nvSpPr>
        <p:spPr>
          <a:xfrm>
            <a:off x="9287827" y="107110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BAE1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bg object 228"/>
          <p:cNvSpPr/>
          <p:nvPr/>
        </p:nvSpPr>
        <p:spPr>
          <a:xfrm>
            <a:off x="9287827" y="106856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BBE1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bg object 229"/>
          <p:cNvSpPr/>
          <p:nvPr/>
        </p:nvSpPr>
        <p:spPr>
          <a:xfrm>
            <a:off x="9287827" y="106729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BCE1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bg object 230"/>
          <p:cNvSpPr/>
          <p:nvPr/>
        </p:nvSpPr>
        <p:spPr>
          <a:xfrm>
            <a:off x="9287827" y="106475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BDE2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bg object 231"/>
          <p:cNvSpPr/>
          <p:nvPr/>
        </p:nvSpPr>
        <p:spPr>
          <a:xfrm>
            <a:off x="9287827" y="106221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C0E2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bg object 232"/>
          <p:cNvSpPr/>
          <p:nvPr/>
        </p:nvSpPr>
        <p:spPr>
          <a:xfrm>
            <a:off x="9287827" y="106094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C1E3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bg object 233"/>
          <p:cNvSpPr/>
          <p:nvPr/>
        </p:nvSpPr>
        <p:spPr>
          <a:xfrm>
            <a:off x="9287827" y="105840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C2E3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bg object 234"/>
          <p:cNvSpPr/>
          <p:nvPr/>
        </p:nvSpPr>
        <p:spPr>
          <a:xfrm>
            <a:off x="9287827" y="105713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C3E4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bg object 235"/>
          <p:cNvSpPr/>
          <p:nvPr/>
        </p:nvSpPr>
        <p:spPr>
          <a:xfrm>
            <a:off x="9287827" y="105459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C4E4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bg object 236"/>
          <p:cNvSpPr/>
          <p:nvPr/>
        </p:nvSpPr>
        <p:spPr>
          <a:xfrm>
            <a:off x="9287828" y="10507852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54000" h="508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0" y="25400"/>
                </a:lnTo>
                <a:lnTo>
                  <a:pt x="0" y="50800"/>
                </a:lnTo>
                <a:lnTo>
                  <a:pt x="254000" y="50800"/>
                </a:lnTo>
                <a:lnTo>
                  <a:pt x="254000" y="254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C5E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bg object 237"/>
          <p:cNvSpPr/>
          <p:nvPr/>
        </p:nvSpPr>
        <p:spPr>
          <a:xfrm>
            <a:off x="9287827" y="104824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C7E7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bg object 238"/>
          <p:cNvSpPr/>
          <p:nvPr/>
        </p:nvSpPr>
        <p:spPr>
          <a:xfrm>
            <a:off x="9287827" y="104697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C8E7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bg object 239"/>
          <p:cNvSpPr/>
          <p:nvPr/>
        </p:nvSpPr>
        <p:spPr>
          <a:xfrm>
            <a:off x="9287827" y="104443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C9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bg object 240"/>
          <p:cNvSpPr/>
          <p:nvPr/>
        </p:nvSpPr>
        <p:spPr>
          <a:xfrm>
            <a:off x="9287827" y="104189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CA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bg object 241"/>
          <p:cNvSpPr/>
          <p:nvPr/>
        </p:nvSpPr>
        <p:spPr>
          <a:xfrm>
            <a:off x="9287827" y="104062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CDE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bg object 242"/>
          <p:cNvSpPr/>
          <p:nvPr/>
        </p:nvSpPr>
        <p:spPr>
          <a:xfrm>
            <a:off x="9287827" y="103808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CEE9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bg object 243"/>
          <p:cNvSpPr/>
          <p:nvPr/>
        </p:nvSpPr>
        <p:spPr>
          <a:xfrm>
            <a:off x="9287827" y="103681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CFEA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bg object 244"/>
          <p:cNvSpPr/>
          <p:nvPr/>
        </p:nvSpPr>
        <p:spPr>
          <a:xfrm>
            <a:off x="9287827" y="103427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D0EA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bg object 245"/>
          <p:cNvSpPr/>
          <p:nvPr/>
        </p:nvSpPr>
        <p:spPr>
          <a:xfrm>
            <a:off x="9287827" y="103173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D1EB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bg object 246"/>
          <p:cNvSpPr/>
          <p:nvPr/>
        </p:nvSpPr>
        <p:spPr>
          <a:xfrm>
            <a:off x="9287827" y="103046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D2EB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bg object 247"/>
          <p:cNvSpPr/>
          <p:nvPr/>
        </p:nvSpPr>
        <p:spPr>
          <a:xfrm>
            <a:off x="9287827" y="102792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D3EB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bg object 248"/>
          <p:cNvSpPr/>
          <p:nvPr/>
        </p:nvSpPr>
        <p:spPr>
          <a:xfrm>
            <a:off x="9287827" y="102665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D4EC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bg object 249"/>
          <p:cNvSpPr/>
          <p:nvPr/>
        </p:nvSpPr>
        <p:spPr>
          <a:xfrm>
            <a:off x="9287827" y="102411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D5EC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bg object 250"/>
          <p:cNvSpPr/>
          <p:nvPr/>
        </p:nvSpPr>
        <p:spPr>
          <a:xfrm>
            <a:off x="9287827" y="102157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D6EC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bg object 251"/>
          <p:cNvSpPr/>
          <p:nvPr/>
        </p:nvSpPr>
        <p:spPr>
          <a:xfrm>
            <a:off x="9287827" y="102030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D7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bg object 252"/>
          <p:cNvSpPr/>
          <p:nvPr/>
        </p:nvSpPr>
        <p:spPr>
          <a:xfrm>
            <a:off x="9287827" y="101776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D9ED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bg object 253"/>
          <p:cNvSpPr/>
          <p:nvPr/>
        </p:nvSpPr>
        <p:spPr>
          <a:xfrm>
            <a:off x="9287827" y="101649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DBEE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bg object 254"/>
          <p:cNvSpPr/>
          <p:nvPr/>
        </p:nvSpPr>
        <p:spPr>
          <a:xfrm>
            <a:off x="9287827" y="101395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DCEF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bg object 255"/>
          <p:cNvSpPr/>
          <p:nvPr/>
        </p:nvSpPr>
        <p:spPr>
          <a:xfrm>
            <a:off x="9287827" y="101141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DDEF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bg object 256"/>
          <p:cNvSpPr/>
          <p:nvPr/>
        </p:nvSpPr>
        <p:spPr>
          <a:xfrm>
            <a:off x="9287827" y="101014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DEEF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bg object 257"/>
          <p:cNvSpPr/>
          <p:nvPr/>
        </p:nvSpPr>
        <p:spPr>
          <a:xfrm>
            <a:off x="9287827" y="100760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DFF0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bg object 258"/>
          <p:cNvSpPr/>
          <p:nvPr/>
        </p:nvSpPr>
        <p:spPr>
          <a:xfrm>
            <a:off x="9287827" y="100633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0F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bg object 259"/>
          <p:cNvSpPr/>
          <p:nvPr/>
        </p:nvSpPr>
        <p:spPr>
          <a:xfrm>
            <a:off x="9287827" y="100379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1F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bg object 260"/>
          <p:cNvSpPr/>
          <p:nvPr/>
        </p:nvSpPr>
        <p:spPr>
          <a:xfrm>
            <a:off x="9287827" y="100125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2F3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bg object 261"/>
          <p:cNvSpPr/>
          <p:nvPr/>
        </p:nvSpPr>
        <p:spPr>
          <a:xfrm>
            <a:off x="9287827" y="99998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3F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bg object 262"/>
          <p:cNvSpPr/>
          <p:nvPr/>
        </p:nvSpPr>
        <p:spPr>
          <a:xfrm>
            <a:off x="9287827" y="99744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4F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bg object 263"/>
          <p:cNvSpPr/>
          <p:nvPr/>
        </p:nvSpPr>
        <p:spPr>
          <a:xfrm>
            <a:off x="9287827" y="99617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7F4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bg object 264"/>
          <p:cNvSpPr/>
          <p:nvPr/>
        </p:nvSpPr>
        <p:spPr>
          <a:xfrm>
            <a:off x="9287827" y="99363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7F5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bg object 265"/>
          <p:cNvSpPr/>
          <p:nvPr/>
        </p:nvSpPr>
        <p:spPr>
          <a:xfrm>
            <a:off x="9287828" y="9898252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54000" h="50800">
                <a:moveTo>
                  <a:pt x="254000" y="0"/>
                </a:moveTo>
                <a:lnTo>
                  <a:pt x="0" y="0"/>
                </a:lnTo>
                <a:lnTo>
                  <a:pt x="0" y="12700"/>
                </a:lnTo>
                <a:lnTo>
                  <a:pt x="0" y="25400"/>
                </a:lnTo>
                <a:lnTo>
                  <a:pt x="0" y="50800"/>
                </a:lnTo>
                <a:lnTo>
                  <a:pt x="254000" y="50800"/>
                </a:lnTo>
                <a:lnTo>
                  <a:pt x="254000" y="25400"/>
                </a:lnTo>
                <a:lnTo>
                  <a:pt x="254000" y="12700"/>
                </a:lnTo>
                <a:lnTo>
                  <a:pt x="254000" y="0"/>
                </a:lnTo>
                <a:close/>
              </a:path>
            </a:pathLst>
          </a:custGeom>
          <a:solidFill>
            <a:srgbClr val="E9F5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bg object 266"/>
          <p:cNvSpPr/>
          <p:nvPr/>
        </p:nvSpPr>
        <p:spPr>
          <a:xfrm>
            <a:off x="9287827" y="98728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BF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bg object 267"/>
          <p:cNvSpPr/>
          <p:nvPr/>
        </p:nvSpPr>
        <p:spPr>
          <a:xfrm>
            <a:off x="9287827" y="98601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BF7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bg object 268"/>
          <p:cNvSpPr/>
          <p:nvPr/>
        </p:nvSpPr>
        <p:spPr>
          <a:xfrm>
            <a:off x="9287827" y="98347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CF7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bg object 269"/>
          <p:cNvSpPr/>
          <p:nvPr/>
        </p:nvSpPr>
        <p:spPr>
          <a:xfrm>
            <a:off x="9287827" y="98093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DF8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bg object 270"/>
          <p:cNvSpPr/>
          <p:nvPr/>
        </p:nvSpPr>
        <p:spPr>
          <a:xfrm>
            <a:off x="9287827" y="97966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EF8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bg object 271"/>
          <p:cNvSpPr/>
          <p:nvPr/>
        </p:nvSpPr>
        <p:spPr>
          <a:xfrm>
            <a:off x="9287827" y="97712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FF8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bg object 272"/>
          <p:cNvSpPr/>
          <p:nvPr/>
        </p:nvSpPr>
        <p:spPr>
          <a:xfrm>
            <a:off x="9287827" y="97585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1F8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bg object 273"/>
          <p:cNvSpPr/>
          <p:nvPr/>
        </p:nvSpPr>
        <p:spPr>
          <a:xfrm>
            <a:off x="9287827" y="97331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3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bg object 274"/>
          <p:cNvSpPr/>
          <p:nvPr/>
        </p:nvSpPr>
        <p:spPr>
          <a:xfrm>
            <a:off x="9287827" y="97077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4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bg object 275"/>
          <p:cNvSpPr/>
          <p:nvPr/>
        </p:nvSpPr>
        <p:spPr>
          <a:xfrm>
            <a:off x="9287827" y="96950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5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bg object 276"/>
          <p:cNvSpPr/>
          <p:nvPr/>
        </p:nvSpPr>
        <p:spPr>
          <a:xfrm>
            <a:off x="9287827" y="96696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6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bg object 277"/>
          <p:cNvSpPr/>
          <p:nvPr/>
        </p:nvSpPr>
        <p:spPr>
          <a:xfrm>
            <a:off x="9287827" y="96569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7FB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bg object 278"/>
          <p:cNvSpPr/>
          <p:nvPr/>
        </p:nvSpPr>
        <p:spPr>
          <a:xfrm>
            <a:off x="9287827" y="96315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8FB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bg object 279"/>
          <p:cNvSpPr/>
          <p:nvPr/>
        </p:nvSpPr>
        <p:spPr>
          <a:xfrm>
            <a:off x="9287827" y="96061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9FC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bg object 280"/>
          <p:cNvSpPr/>
          <p:nvPr/>
        </p:nvSpPr>
        <p:spPr>
          <a:xfrm>
            <a:off x="9287827" y="95934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AFC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bg object 281"/>
          <p:cNvSpPr/>
          <p:nvPr/>
        </p:nvSpPr>
        <p:spPr>
          <a:xfrm>
            <a:off x="9287827" y="95680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B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bg object 282"/>
          <p:cNvSpPr/>
          <p:nvPr/>
        </p:nvSpPr>
        <p:spPr>
          <a:xfrm>
            <a:off x="9287827" y="95553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C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bg object 283"/>
          <p:cNvSpPr/>
          <p:nvPr/>
        </p:nvSpPr>
        <p:spPr>
          <a:xfrm>
            <a:off x="9287827" y="95299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D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bg object 284"/>
          <p:cNvSpPr/>
          <p:nvPr/>
        </p:nvSpPr>
        <p:spPr>
          <a:xfrm>
            <a:off x="9287827" y="95045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bg object 285"/>
          <p:cNvSpPr/>
          <p:nvPr/>
        </p:nvSpPr>
        <p:spPr>
          <a:xfrm>
            <a:off x="9287827" y="94918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C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bg object 286"/>
          <p:cNvSpPr/>
          <p:nvPr/>
        </p:nvSpPr>
        <p:spPr>
          <a:xfrm>
            <a:off x="9287827" y="94664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B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bg object 287"/>
          <p:cNvSpPr/>
          <p:nvPr/>
        </p:nvSpPr>
        <p:spPr>
          <a:xfrm>
            <a:off x="9287827" y="94537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A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bg object 288"/>
          <p:cNvSpPr/>
          <p:nvPr/>
        </p:nvSpPr>
        <p:spPr>
          <a:xfrm>
            <a:off x="9287827" y="94283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9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bg object 289"/>
          <p:cNvSpPr/>
          <p:nvPr/>
        </p:nvSpPr>
        <p:spPr>
          <a:xfrm>
            <a:off x="9287827" y="94029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bg object 290"/>
          <p:cNvSpPr/>
          <p:nvPr/>
        </p:nvSpPr>
        <p:spPr>
          <a:xfrm>
            <a:off x="9287827" y="93902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7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bg object 291"/>
          <p:cNvSpPr/>
          <p:nvPr/>
        </p:nvSpPr>
        <p:spPr>
          <a:xfrm>
            <a:off x="9287827" y="93648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6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bg object 292"/>
          <p:cNvSpPr/>
          <p:nvPr/>
        </p:nvSpPr>
        <p:spPr>
          <a:xfrm>
            <a:off x="9287827" y="93521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5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bg object 293"/>
          <p:cNvSpPr/>
          <p:nvPr/>
        </p:nvSpPr>
        <p:spPr>
          <a:xfrm>
            <a:off x="9287827" y="93267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3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bg object 294"/>
          <p:cNvSpPr/>
          <p:nvPr/>
        </p:nvSpPr>
        <p:spPr>
          <a:xfrm>
            <a:off x="9287827" y="93013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1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bg object 295"/>
          <p:cNvSpPr/>
          <p:nvPr/>
        </p:nvSpPr>
        <p:spPr>
          <a:xfrm>
            <a:off x="9287827" y="92886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F0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bg object 296"/>
          <p:cNvSpPr/>
          <p:nvPr/>
        </p:nvSpPr>
        <p:spPr>
          <a:xfrm>
            <a:off x="9287827" y="92632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E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bg object 297"/>
          <p:cNvSpPr/>
          <p:nvPr/>
        </p:nvSpPr>
        <p:spPr>
          <a:xfrm>
            <a:off x="9287827" y="92505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D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bg object 298"/>
          <p:cNvSpPr/>
          <p:nvPr/>
        </p:nvSpPr>
        <p:spPr>
          <a:xfrm>
            <a:off x="9287827" y="92251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C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bg object 299"/>
          <p:cNvSpPr/>
          <p:nvPr/>
        </p:nvSpPr>
        <p:spPr>
          <a:xfrm>
            <a:off x="9287827" y="91997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B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bg object 300"/>
          <p:cNvSpPr/>
          <p:nvPr/>
        </p:nvSpPr>
        <p:spPr>
          <a:xfrm>
            <a:off x="9287827" y="91870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A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bg object 301"/>
          <p:cNvSpPr/>
          <p:nvPr/>
        </p:nvSpPr>
        <p:spPr>
          <a:xfrm>
            <a:off x="9287827" y="91616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9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bg object 302"/>
          <p:cNvSpPr/>
          <p:nvPr/>
        </p:nvSpPr>
        <p:spPr>
          <a:xfrm>
            <a:off x="9287827" y="91362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bg object 303"/>
          <p:cNvSpPr/>
          <p:nvPr/>
        </p:nvSpPr>
        <p:spPr>
          <a:xfrm>
            <a:off x="9287827" y="91235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7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bg object 304"/>
          <p:cNvSpPr/>
          <p:nvPr/>
        </p:nvSpPr>
        <p:spPr>
          <a:xfrm>
            <a:off x="9287827" y="90981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4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bg object 305"/>
          <p:cNvSpPr/>
          <p:nvPr/>
        </p:nvSpPr>
        <p:spPr>
          <a:xfrm>
            <a:off x="9287827" y="90854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3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bg object 306"/>
          <p:cNvSpPr/>
          <p:nvPr/>
        </p:nvSpPr>
        <p:spPr>
          <a:xfrm>
            <a:off x="9287827" y="90600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2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bg object 307"/>
          <p:cNvSpPr/>
          <p:nvPr/>
        </p:nvSpPr>
        <p:spPr>
          <a:xfrm>
            <a:off x="9287827" y="90346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E1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bg object 308"/>
          <p:cNvSpPr/>
          <p:nvPr/>
        </p:nvSpPr>
        <p:spPr>
          <a:xfrm>
            <a:off x="9287827" y="90219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F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bg object 309"/>
          <p:cNvSpPr/>
          <p:nvPr/>
        </p:nvSpPr>
        <p:spPr>
          <a:xfrm>
            <a:off x="9287827" y="89965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E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bg object 310"/>
          <p:cNvSpPr/>
          <p:nvPr/>
        </p:nvSpPr>
        <p:spPr>
          <a:xfrm>
            <a:off x="9287827" y="89838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E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bg object 311"/>
          <p:cNvSpPr/>
          <p:nvPr/>
        </p:nvSpPr>
        <p:spPr>
          <a:xfrm>
            <a:off x="9287827" y="89584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C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bg object 312"/>
          <p:cNvSpPr/>
          <p:nvPr/>
        </p:nvSpPr>
        <p:spPr>
          <a:xfrm>
            <a:off x="9287827" y="89330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B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bg object 313"/>
          <p:cNvSpPr/>
          <p:nvPr/>
        </p:nvSpPr>
        <p:spPr>
          <a:xfrm>
            <a:off x="9287827" y="89203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A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bg object 314"/>
          <p:cNvSpPr/>
          <p:nvPr/>
        </p:nvSpPr>
        <p:spPr>
          <a:xfrm>
            <a:off x="9287827" y="88949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7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bg object 315"/>
          <p:cNvSpPr/>
          <p:nvPr/>
        </p:nvSpPr>
        <p:spPr>
          <a:xfrm>
            <a:off x="9287827" y="88822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6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bg object 316"/>
          <p:cNvSpPr/>
          <p:nvPr/>
        </p:nvSpPr>
        <p:spPr>
          <a:xfrm>
            <a:off x="9287827" y="88568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5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bg object 317"/>
          <p:cNvSpPr/>
          <p:nvPr/>
        </p:nvSpPr>
        <p:spPr>
          <a:xfrm>
            <a:off x="9287827" y="88314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4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bg object 318"/>
          <p:cNvSpPr/>
          <p:nvPr/>
        </p:nvSpPr>
        <p:spPr>
          <a:xfrm>
            <a:off x="9287827" y="88187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2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bg object 319"/>
          <p:cNvSpPr/>
          <p:nvPr/>
        </p:nvSpPr>
        <p:spPr>
          <a:xfrm>
            <a:off x="9287827" y="87933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2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bg object 320"/>
          <p:cNvSpPr/>
          <p:nvPr/>
        </p:nvSpPr>
        <p:spPr>
          <a:xfrm>
            <a:off x="9287827" y="87806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D1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bg object 321"/>
          <p:cNvSpPr/>
          <p:nvPr/>
        </p:nvSpPr>
        <p:spPr>
          <a:xfrm>
            <a:off x="9287827" y="87552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F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bg object 322"/>
          <p:cNvSpPr/>
          <p:nvPr/>
        </p:nvSpPr>
        <p:spPr>
          <a:xfrm>
            <a:off x="9287827" y="87298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E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bg object 323"/>
          <p:cNvSpPr/>
          <p:nvPr/>
        </p:nvSpPr>
        <p:spPr>
          <a:xfrm>
            <a:off x="9287827" y="87171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D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bg object 324"/>
          <p:cNvSpPr/>
          <p:nvPr/>
        </p:nvSpPr>
        <p:spPr>
          <a:xfrm>
            <a:off x="9287827" y="86917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C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bg object 325"/>
          <p:cNvSpPr/>
          <p:nvPr/>
        </p:nvSpPr>
        <p:spPr>
          <a:xfrm>
            <a:off x="9287827" y="86790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A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bg object 326"/>
          <p:cNvSpPr/>
          <p:nvPr/>
        </p:nvSpPr>
        <p:spPr>
          <a:xfrm>
            <a:off x="9287827" y="86536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bg object 327"/>
          <p:cNvSpPr/>
          <p:nvPr/>
        </p:nvSpPr>
        <p:spPr>
          <a:xfrm>
            <a:off x="9287827" y="86282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7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bg object 328"/>
          <p:cNvSpPr/>
          <p:nvPr/>
        </p:nvSpPr>
        <p:spPr>
          <a:xfrm>
            <a:off x="9287827" y="86155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6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bg object 329"/>
          <p:cNvSpPr/>
          <p:nvPr/>
        </p:nvSpPr>
        <p:spPr>
          <a:xfrm>
            <a:off x="9287827" y="85901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5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bg object 330"/>
          <p:cNvSpPr/>
          <p:nvPr/>
        </p:nvSpPr>
        <p:spPr>
          <a:xfrm>
            <a:off x="9287827" y="85774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4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bg object 331"/>
          <p:cNvSpPr/>
          <p:nvPr/>
        </p:nvSpPr>
        <p:spPr>
          <a:xfrm>
            <a:off x="9287827" y="85520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3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bg object 332"/>
          <p:cNvSpPr/>
          <p:nvPr/>
        </p:nvSpPr>
        <p:spPr>
          <a:xfrm>
            <a:off x="9287827" y="85266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2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bg object 333"/>
          <p:cNvSpPr/>
          <p:nvPr/>
        </p:nvSpPr>
        <p:spPr>
          <a:xfrm>
            <a:off x="9287827" y="85139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C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bg object 334"/>
          <p:cNvSpPr/>
          <p:nvPr/>
        </p:nvSpPr>
        <p:spPr>
          <a:xfrm>
            <a:off x="9287827" y="84885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E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bg object 335"/>
          <p:cNvSpPr/>
          <p:nvPr/>
        </p:nvSpPr>
        <p:spPr>
          <a:xfrm>
            <a:off x="9287827" y="84758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D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bg object 336"/>
          <p:cNvSpPr/>
          <p:nvPr/>
        </p:nvSpPr>
        <p:spPr>
          <a:xfrm>
            <a:off x="9287827" y="84504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B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bg object 337"/>
          <p:cNvSpPr/>
          <p:nvPr/>
        </p:nvSpPr>
        <p:spPr>
          <a:xfrm>
            <a:off x="9287827" y="84250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A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bg object 338"/>
          <p:cNvSpPr/>
          <p:nvPr/>
        </p:nvSpPr>
        <p:spPr>
          <a:xfrm>
            <a:off x="9287827" y="84123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bg object 339"/>
          <p:cNvSpPr/>
          <p:nvPr/>
        </p:nvSpPr>
        <p:spPr>
          <a:xfrm>
            <a:off x="9287827" y="83869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8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bg object 340"/>
          <p:cNvSpPr/>
          <p:nvPr/>
        </p:nvSpPr>
        <p:spPr>
          <a:xfrm>
            <a:off x="9287827" y="83742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7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bg object 341"/>
          <p:cNvSpPr/>
          <p:nvPr/>
        </p:nvSpPr>
        <p:spPr>
          <a:xfrm>
            <a:off x="9287827" y="83488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6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bg object 342"/>
          <p:cNvSpPr/>
          <p:nvPr/>
        </p:nvSpPr>
        <p:spPr>
          <a:xfrm>
            <a:off x="9287827" y="83234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5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bg object 343"/>
          <p:cNvSpPr/>
          <p:nvPr/>
        </p:nvSpPr>
        <p:spPr>
          <a:xfrm>
            <a:off x="9287827" y="83107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3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bg object 344"/>
          <p:cNvSpPr/>
          <p:nvPr/>
        </p:nvSpPr>
        <p:spPr>
          <a:xfrm>
            <a:off x="9287827" y="82853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1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bg object 345"/>
          <p:cNvSpPr/>
          <p:nvPr/>
        </p:nvSpPr>
        <p:spPr>
          <a:xfrm>
            <a:off x="9287827" y="82726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B0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bg object 346"/>
          <p:cNvSpPr/>
          <p:nvPr/>
        </p:nvSpPr>
        <p:spPr>
          <a:xfrm>
            <a:off x="9287827" y="82472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AE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bg object 347"/>
          <p:cNvSpPr/>
          <p:nvPr/>
        </p:nvSpPr>
        <p:spPr>
          <a:xfrm>
            <a:off x="9287827" y="82218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AD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bg object 348"/>
          <p:cNvSpPr/>
          <p:nvPr/>
        </p:nvSpPr>
        <p:spPr>
          <a:xfrm>
            <a:off x="9287827" y="82091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AC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bg object 349"/>
          <p:cNvSpPr/>
          <p:nvPr/>
        </p:nvSpPr>
        <p:spPr>
          <a:xfrm>
            <a:off x="9287827" y="81837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A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bg object 350"/>
          <p:cNvSpPr/>
          <p:nvPr/>
        </p:nvSpPr>
        <p:spPr>
          <a:xfrm>
            <a:off x="9287827" y="81710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FAB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bg object 351"/>
          <p:cNvSpPr/>
          <p:nvPr/>
        </p:nvSpPr>
        <p:spPr>
          <a:xfrm>
            <a:off x="9287827" y="81456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DA9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bg object 352"/>
          <p:cNvSpPr/>
          <p:nvPr/>
        </p:nvSpPr>
        <p:spPr>
          <a:xfrm>
            <a:off x="9287827" y="81202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DA8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bg object 353"/>
          <p:cNvSpPr/>
          <p:nvPr/>
        </p:nvSpPr>
        <p:spPr>
          <a:xfrm>
            <a:off x="9287827" y="81075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DA7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bg object 354"/>
          <p:cNvSpPr/>
          <p:nvPr/>
        </p:nvSpPr>
        <p:spPr>
          <a:xfrm>
            <a:off x="9287827" y="80821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DA6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bg object 355"/>
          <p:cNvSpPr/>
          <p:nvPr/>
        </p:nvSpPr>
        <p:spPr>
          <a:xfrm>
            <a:off x="9287827" y="80694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DA4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bg object 356"/>
          <p:cNvSpPr/>
          <p:nvPr/>
        </p:nvSpPr>
        <p:spPr>
          <a:xfrm>
            <a:off x="9287827" y="80440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DA2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bg object 357"/>
          <p:cNvSpPr/>
          <p:nvPr/>
        </p:nvSpPr>
        <p:spPr>
          <a:xfrm>
            <a:off x="9287827" y="80186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CA1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bg object 358"/>
          <p:cNvSpPr/>
          <p:nvPr/>
        </p:nvSpPr>
        <p:spPr>
          <a:xfrm>
            <a:off x="9287827" y="80059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C9F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bg object 359"/>
          <p:cNvSpPr/>
          <p:nvPr/>
        </p:nvSpPr>
        <p:spPr>
          <a:xfrm>
            <a:off x="9287827" y="79805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C9F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bg object 360"/>
          <p:cNvSpPr/>
          <p:nvPr/>
        </p:nvSpPr>
        <p:spPr>
          <a:xfrm>
            <a:off x="9287827" y="79678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B9E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bg object 361"/>
          <p:cNvSpPr/>
          <p:nvPr/>
        </p:nvSpPr>
        <p:spPr>
          <a:xfrm>
            <a:off x="9287827" y="79424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B9D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bg object 362"/>
          <p:cNvSpPr/>
          <p:nvPr/>
        </p:nvSpPr>
        <p:spPr>
          <a:xfrm>
            <a:off x="9287827" y="79170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B9B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bg object 363"/>
          <p:cNvSpPr/>
          <p:nvPr/>
        </p:nvSpPr>
        <p:spPr>
          <a:xfrm>
            <a:off x="9287827" y="79043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A9A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bg object 364"/>
          <p:cNvSpPr/>
          <p:nvPr/>
        </p:nvSpPr>
        <p:spPr>
          <a:xfrm>
            <a:off x="9287827" y="78789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A97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bg object 365"/>
          <p:cNvSpPr/>
          <p:nvPr/>
        </p:nvSpPr>
        <p:spPr>
          <a:xfrm>
            <a:off x="9287827" y="78662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A9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bg object 366"/>
          <p:cNvSpPr/>
          <p:nvPr/>
        </p:nvSpPr>
        <p:spPr>
          <a:xfrm>
            <a:off x="9287827" y="78408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A95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bg object 367"/>
          <p:cNvSpPr/>
          <p:nvPr/>
        </p:nvSpPr>
        <p:spPr>
          <a:xfrm>
            <a:off x="9287827" y="78154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993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bg object 368"/>
          <p:cNvSpPr/>
          <p:nvPr/>
        </p:nvSpPr>
        <p:spPr>
          <a:xfrm>
            <a:off x="9287827" y="78027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992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bg object 369"/>
          <p:cNvSpPr/>
          <p:nvPr/>
        </p:nvSpPr>
        <p:spPr>
          <a:xfrm>
            <a:off x="9287827" y="77773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992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bg object 370"/>
          <p:cNvSpPr/>
          <p:nvPr/>
        </p:nvSpPr>
        <p:spPr>
          <a:xfrm>
            <a:off x="9287827" y="77646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991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bg object 371"/>
          <p:cNvSpPr/>
          <p:nvPr/>
        </p:nvSpPr>
        <p:spPr>
          <a:xfrm>
            <a:off x="9287827" y="77392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88F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bg object 372"/>
          <p:cNvSpPr/>
          <p:nvPr/>
        </p:nvSpPr>
        <p:spPr>
          <a:xfrm>
            <a:off x="9287827" y="77138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88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bg object 373"/>
          <p:cNvSpPr/>
          <p:nvPr/>
        </p:nvSpPr>
        <p:spPr>
          <a:xfrm>
            <a:off x="9287828" y="7675752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54000" h="508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0" y="38100"/>
                </a:lnTo>
                <a:lnTo>
                  <a:pt x="0" y="50800"/>
                </a:lnTo>
                <a:lnTo>
                  <a:pt x="254000" y="50800"/>
                </a:lnTo>
                <a:lnTo>
                  <a:pt x="254000" y="381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88B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bg object 374"/>
          <p:cNvSpPr/>
          <p:nvPr/>
        </p:nvSpPr>
        <p:spPr>
          <a:xfrm>
            <a:off x="9287827" y="76630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889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bg object 375"/>
          <p:cNvSpPr/>
          <p:nvPr/>
        </p:nvSpPr>
        <p:spPr>
          <a:xfrm>
            <a:off x="9287827" y="76376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888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bg object 376"/>
          <p:cNvSpPr/>
          <p:nvPr/>
        </p:nvSpPr>
        <p:spPr>
          <a:xfrm>
            <a:off x="9287827" y="76122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78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bg object 377"/>
          <p:cNvSpPr/>
          <p:nvPr/>
        </p:nvSpPr>
        <p:spPr>
          <a:xfrm>
            <a:off x="9287827" y="75995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785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bg object 378"/>
          <p:cNvSpPr/>
          <p:nvPr/>
        </p:nvSpPr>
        <p:spPr>
          <a:xfrm>
            <a:off x="9287827" y="75741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685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bg object 379"/>
          <p:cNvSpPr/>
          <p:nvPr/>
        </p:nvSpPr>
        <p:spPr>
          <a:xfrm>
            <a:off x="9287827" y="75614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68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bg object 380"/>
          <p:cNvSpPr/>
          <p:nvPr/>
        </p:nvSpPr>
        <p:spPr>
          <a:xfrm>
            <a:off x="9287827" y="75360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682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bg object 381"/>
          <p:cNvSpPr/>
          <p:nvPr/>
        </p:nvSpPr>
        <p:spPr>
          <a:xfrm>
            <a:off x="9287827" y="75106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681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bg object 382"/>
          <p:cNvSpPr/>
          <p:nvPr/>
        </p:nvSpPr>
        <p:spPr>
          <a:xfrm>
            <a:off x="9287827" y="74979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680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bg object 383"/>
          <p:cNvSpPr/>
          <p:nvPr/>
        </p:nvSpPr>
        <p:spPr>
          <a:xfrm>
            <a:off x="9287827" y="74725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67D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bg object 384"/>
          <p:cNvSpPr/>
          <p:nvPr/>
        </p:nvSpPr>
        <p:spPr>
          <a:xfrm>
            <a:off x="9287827" y="74598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57C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bg object 385"/>
          <p:cNvSpPr/>
          <p:nvPr/>
        </p:nvSpPr>
        <p:spPr>
          <a:xfrm>
            <a:off x="9287827" y="74344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57B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bg object 386"/>
          <p:cNvSpPr/>
          <p:nvPr/>
        </p:nvSpPr>
        <p:spPr>
          <a:xfrm>
            <a:off x="9287827" y="74090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479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bg object 387"/>
          <p:cNvSpPr/>
          <p:nvPr/>
        </p:nvSpPr>
        <p:spPr>
          <a:xfrm>
            <a:off x="9287827" y="73963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479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bg object 388"/>
          <p:cNvSpPr/>
          <p:nvPr/>
        </p:nvSpPr>
        <p:spPr>
          <a:xfrm>
            <a:off x="9287827" y="73709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478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bg object 389"/>
          <p:cNvSpPr/>
          <p:nvPr/>
        </p:nvSpPr>
        <p:spPr>
          <a:xfrm>
            <a:off x="9287827" y="73582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376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bg object 390"/>
          <p:cNvSpPr/>
          <p:nvPr/>
        </p:nvSpPr>
        <p:spPr>
          <a:xfrm>
            <a:off x="9287827" y="73328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375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bg object 391"/>
          <p:cNvSpPr/>
          <p:nvPr/>
        </p:nvSpPr>
        <p:spPr>
          <a:xfrm>
            <a:off x="9287827" y="73074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173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bg object 392"/>
          <p:cNvSpPr/>
          <p:nvPr/>
        </p:nvSpPr>
        <p:spPr>
          <a:xfrm>
            <a:off x="9287827" y="72947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170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bg object 393"/>
          <p:cNvSpPr/>
          <p:nvPr/>
        </p:nvSpPr>
        <p:spPr>
          <a:xfrm>
            <a:off x="9287827" y="72693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16F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bg object 394"/>
          <p:cNvSpPr/>
          <p:nvPr/>
        </p:nvSpPr>
        <p:spPr>
          <a:xfrm>
            <a:off x="9287827" y="72566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F06D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bg object 395"/>
          <p:cNvSpPr/>
          <p:nvPr/>
        </p:nvSpPr>
        <p:spPr>
          <a:xfrm>
            <a:off x="9287827" y="72312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F06C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bg object 396"/>
          <p:cNvSpPr/>
          <p:nvPr/>
        </p:nvSpPr>
        <p:spPr>
          <a:xfrm>
            <a:off x="9287827" y="72058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F6C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bg object 397"/>
          <p:cNvSpPr/>
          <p:nvPr/>
        </p:nvSpPr>
        <p:spPr>
          <a:xfrm>
            <a:off x="9287827" y="71931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F6A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bg object 398"/>
          <p:cNvSpPr/>
          <p:nvPr/>
        </p:nvSpPr>
        <p:spPr>
          <a:xfrm>
            <a:off x="9287827" y="71677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E69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bg object 399"/>
          <p:cNvSpPr/>
          <p:nvPr/>
        </p:nvSpPr>
        <p:spPr>
          <a:xfrm>
            <a:off x="9287827" y="71550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E67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bg object 400"/>
          <p:cNvSpPr/>
          <p:nvPr/>
        </p:nvSpPr>
        <p:spPr>
          <a:xfrm>
            <a:off x="9287827" y="71296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D66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bg object 401"/>
          <p:cNvSpPr/>
          <p:nvPr/>
        </p:nvSpPr>
        <p:spPr>
          <a:xfrm>
            <a:off x="9287827" y="71042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D63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bg object 402"/>
          <p:cNvSpPr/>
          <p:nvPr/>
        </p:nvSpPr>
        <p:spPr>
          <a:xfrm>
            <a:off x="9287827" y="70915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C62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bg object 403"/>
          <p:cNvSpPr/>
          <p:nvPr/>
        </p:nvSpPr>
        <p:spPr>
          <a:xfrm>
            <a:off x="9287827" y="70661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C60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bg object 404"/>
          <p:cNvSpPr/>
          <p:nvPr/>
        </p:nvSpPr>
        <p:spPr>
          <a:xfrm>
            <a:off x="9287827" y="70534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C5F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bg object 405"/>
          <p:cNvSpPr/>
          <p:nvPr/>
        </p:nvSpPr>
        <p:spPr>
          <a:xfrm>
            <a:off x="9287827" y="70280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B5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bg object 406"/>
          <p:cNvSpPr/>
          <p:nvPr/>
        </p:nvSpPr>
        <p:spPr>
          <a:xfrm>
            <a:off x="9287827" y="70026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B5D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bg object 407"/>
          <p:cNvSpPr/>
          <p:nvPr/>
        </p:nvSpPr>
        <p:spPr>
          <a:xfrm>
            <a:off x="9287827" y="69899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B5B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bg object 408"/>
          <p:cNvSpPr/>
          <p:nvPr/>
        </p:nvSpPr>
        <p:spPr>
          <a:xfrm>
            <a:off x="9287827" y="69645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B5A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bg object 409"/>
          <p:cNvSpPr/>
          <p:nvPr/>
        </p:nvSpPr>
        <p:spPr>
          <a:xfrm>
            <a:off x="9287827" y="69518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A57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bg object 410"/>
          <p:cNvSpPr/>
          <p:nvPr/>
        </p:nvSpPr>
        <p:spPr>
          <a:xfrm>
            <a:off x="9287827" y="69264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A56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bg object 411"/>
          <p:cNvSpPr/>
          <p:nvPr/>
        </p:nvSpPr>
        <p:spPr>
          <a:xfrm>
            <a:off x="9287827" y="69010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954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bg object 412"/>
          <p:cNvSpPr/>
          <p:nvPr/>
        </p:nvSpPr>
        <p:spPr>
          <a:xfrm>
            <a:off x="9287827" y="68883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953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bg object 413"/>
          <p:cNvSpPr/>
          <p:nvPr/>
        </p:nvSpPr>
        <p:spPr>
          <a:xfrm>
            <a:off x="9287827" y="68629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852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bg object 414"/>
          <p:cNvSpPr/>
          <p:nvPr/>
        </p:nvSpPr>
        <p:spPr>
          <a:xfrm>
            <a:off x="9287827" y="68502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851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bg object 415"/>
          <p:cNvSpPr/>
          <p:nvPr/>
        </p:nvSpPr>
        <p:spPr>
          <a:xfrm>
            <a:off x="9287827" y="68248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74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bg object 416"/>
          <p:cNvSpPr/>
          <p:nvPr/>
        </p:nvSpPr>
        <p:spPr>
          <a:xfrm>
            <a:off x="9287827" y="6799452"/>
            <a:ext cx="254000" cy="38100"/>
          </a:xfrm>
          <a:custGeom>
            <a:avLst/>
            <a:gdLst/>
            <a:ahLst/>
            <a:cxnLst/>
            <a:rect l="l" t="t" r="r" b="b"/>
            <a:pathLst>
              <a:path w="254000" h="38100">
                <a:moveTo>
                  <a:pt x="254000" y="0"/>
                </a:moveTo>
                <a:lnTo>
                  <a:pt x="0" y="0"/>
                </a:lnTo>
                <a:lnTo>
                  <a:pt x="0" y="38100"/>
                </a:lnTo>
                <a:lnTo>
                  <a:pt x="254000" y="38100"/>
                </a:lnTo>
                <a:lnTo>
                  <a:pt x="254000" y="0"/>
                </a:lnTo>
                <a:close/>
              </a:path>
            </a:pathLst>
          </a:custGeom>
          <a:solidFill>
            <a:srgbClr val="E74E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bg object 417"/>
          <p:cNvSpPr/>
          <p:nvPr/>
        </p:nvSpPr>
        <p:spPr>
          <a:xfrm>
            <a:off x="9287827" y="67867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64B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bg object 418"/>
          <p:cNvSpPr/>
          <p:nvPr/>
        </p:nvSpPr>
        <p:spPr>
          <a:xfrm>
            <a:off x="9287827" y="6786752"/>
            <a:ext cx="254000" cy="25400"/>
          </a:xfrm>
          <a:custGeom>
            <a:avLst/>
            <a:gdLst/>
            <a:ahLst/>
            <a:cxnLst/>
            <a:rect l="l" t="t" r="r" b="b"/>
            <a:pathLst>
              <a:path w="254000" h="25400">
                <a:moveTo>
                  <a:pt x="254000" y="0"/>
                </a:moveTo>
                <a:lnTo>
                  <a:pt x="0" y="0"/>
                </a:lnTo>
                <a:lnTo>
                  <a:pt x="0" y="25400"/>
                </a:lnTo>
                <a:lnTo>
                  <a:pt x="254000" y="25400"/>
                </a:lnTo>
                <a:lnTo>
                  <a:pt x="254000" y="0"/>
                </a:lnTo>
                <a:close/>
              </a:path>
            </a:pathLst>
          </a:custGeom>
          <a:solidFill>
            <a:srgbClr val="E64A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bg object 419"/>
          <p:cNvSpPr/>
          <p:nvPr/>
        </p:nvSpPr>
        <p:spPr>
          <a:xfrm>
            <a:off x="9287827" y="6779132"/>
            <a:ext cx="254000" cy="5163820"/>
          </a:xfrm>
          <a:custGeom>
            <a:avLst/>
            <a:gdLst/>
            <a:ahLst/>
            <a:cxnLst/>
            <a:rect l="l" t="t" r="r" b="b"/>
            <a:pathLst>
              <a:path w="254000" h="5163820">
                <a:moveTo>
                  <a:pt x="0" y="0"/>
                </a:moveTo>
                <a:lnTo>
                  <a:pt x="254000" y="0"/>
                </a:lnTo>
                <a:lnTo>
                  <a:pt x="254000" y="5163820"/>
                </a:lnTo>
                <a:lnTo>
                  <a:pt x="0" y="516382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5000" y="609600"/>
            <a:ext cx="1143000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5000" y="3505200"/>
            <a:ext cx="11430000" cy="1005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18000" y="14173200"/>
            <a:ext cx="4064000" cy="76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35000" y="14173200"/>
            <a:ext cx="2921000" cy="76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44000" y="14173200"/>
            <a:ext cx="2921000" cy="76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54529" y="11698858"/>
            <a:ext cx="586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444444"/>
                </a:solidFill>
                <a:latin typeface="Verdana"/>
                <a:cs typeface="Verdana"/>
              </a:rPr>
              <a:t>−2.5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54529" y="9370938"/>
            <a:ext cx="170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444444"/>
                </a:solidFill>
                <a:latin typeface="Verdana"/>
                <a:cs typeface="Verdana"/>
              </a:rPr>
              <a:t>0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54529" y="6670414"/>
            <a:ext cx="399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44444"/>
                </a:solidFill>
                <a:latin typeface="Verdana"/>
                <a:cs typeface="Verdana"/>
              </a:rPr>
              <a:t>2.9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63695" y="6517506"/>
            <a:ext cx="433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44444"/>
                </a:solidFill>
                <a:latin typeface="Verdana"/>
                <a:cs typeface="Verdana"/>
              </a:rPr>
              <a:t>value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57759" y="2116150"/>
            <a:ext cx="2480310" cy="314325"/>
          </a:xfrm>
          <a:custGeom>
            <a:avLst/>
            <a:gdLst/>
            <a:ahLst/>
            <a:cxnLst/>
            <a:rect l="l" t="t" r="r" b="b"/>
            <a:pathLst>
              <a:path w="2480309" h="314325">
                <a:moveTo>
                  <a:pt x="2480043" y="0"/>
                </a:moveTo>
                <a:lnTo>
                  <a:pt x="0" y="0"/>
                </a:lnTo>
                <a:lnTo>
                  <a:pt x="0" y="314312"/>
                </a:lnTo>
                <a:lnTo>
                  <a:pt x="2480043" y="314312"/>
                </a:lnTo>
                <a:lnTo>
                  <a:pt x="2480043" y="0"/>
                </a:lnTo>
                <a:close/>
              </a:path>
            </a:pathLst>
          </a:custGeom>
          <a:solidFill>
            <a:srgbClr val="A6CE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06156" y="2109800"/>
            <a:ext cx="2480310" cy="314325"/>
          </a:xfrm>
          <a:prstGeom prst="rect">
            <a:avLst/>
          </a:prstGeom>
          <a:solidFill>
            <a:srgbClr val="B1DF89"/>
          </a:solidFill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ts val="2475"/>
              </a:lnSpc>
            </a:pPr>
            <a:r>
              <a:rPr sz="2400" spc="-25" dirty="0">
                <a:latin typeface="Trebuchet MS"/>
                <a:cs typeface="Trebuchet MS"/>
              </a:rPr>
              <a:t>315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10297" y="2038756"/>
            <a:ext cx="494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rebuchet MS"/>
                <a:cs typeface="Trebuchet MS"/>
              </a:rPr>
              <a:t>417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86200" y="2109800"/>
            <a:ext cx="2476500" cy="314325"/>
          </a:xfrm>
          <a:prstGeom prst="rect">
            <a:avLst/>
          </a:prstGeom>
          <a:solidFill>
            <a:srgbClr val="C9B1D5"/>
          </a:solidFill>
        </p:spPr>
        <p:txBody>
          <a:bodyPr vert="horz" wrap="square" lIns="0" tIns="0" rIns="0" bIns="0" rtlCol="0">
            <a:spAutoFit/>
          </a:bodyPr>
          <a:lstStyle/>
          <a:p>
            <a:pPr marL="95250" algn="ctr">
              <a:lnSpc>
                <a:spcPts val="2475"/>
              </a:lnSpc>
            </a:pPr>
            <a:r>
              <a:rPr sz="2400" spc="-20" dirty="0">
                <a:latin typeface="Trebuchet MS"/>
                <a:cs typeface="Trebuchet MS"/>
              </a:rPr>
              <a:t>CHA0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71FDCC-B305-6E0B-1EBF-2B1167F10210}"/>
              </a:ext>
            </a:extLst>
          </p:cNvPr>
          <p:cNvSpPr/>
          <p:nvPr/>
        </p:nvSpPr>
        <p:spPr>
          <a:xfrm>
            <a:off x="3835400" y="3886200"/>
            <a:ext cx="4953000" cy="8763000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92CD4D-B320-3A86-7B30-ECB489DAF548}"/>
              </a:ext>
            </a:extLst>
          </p:cNvPr>
          <p:cNvSpPr/>
          <p:nvPr/>
        </p:nvSpPr>
        <p:spPr>
          <a:xfrm>
            <a:off x="3835400" y="12725400"/>
            <a:ext cx="2514600" cy="19050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FEA139-B018-0A05-F068-6FC9BFB8AF54}"/>
              </a:ext>
            </a:extLst>
          </p:cNvPr>
          <p:cNvSpPr/>
          <p:nvPr/>
        </p:nvSpPr>
        <p:spPr>
          <a:xfrm>
            <a:off x="6350000" y="2438400"/>
            <a:ext cx="2438400" cy="1371600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8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Trebuchet MS</vt:lpstr>
      <vt:lpstr>Verdana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GC-MS_heatmap_modified2</dc:title>
  <cp:lastModifiedBy>Carracedo Lorenzo, Zulema</cp:lastModifiedBy>
  <cp:revision>1</cp:revision>
  <dcterms:created xsi:type="dcterms:W3CDTF">2024-07-04T17:34:27Z</dcterms:created>
  <dcterms:modified xsi:type="dcterms:W3CDTF">2024-07-04T17:38:11Z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2024-07-04T00:00:00Z</vt:filetime>
  </property>
  <property fmtid="{D5CDD505-2E9C-101B-9397-08002B2CF9AE}" pid="5" name="Producer">
    <vt:lpwstr>Adobe PDF library 15.00</vt:lpwstr>
  </property>
</Properties>
</file>